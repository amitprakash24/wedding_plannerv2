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authors.xml" ContentType="application/vnd.ms-powerpoint.author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handoutMasterIdLst>
    <p:handoutMasterId r:id="rId20"/>
  </p:handoutMasterIdLst>
  <p:sldIdLst>
    <p:sldId id="305" r:id="rId5"/>
    <p:sldId id="296" r:id="rId6"/>
    <p:sldId id="306" r:id="rId7"/>
    <p:sldId id="324" r:id="rId8"/>
    <p:sldId id="325" r:id="rId9"/>
    <p:sldId id="323" r:id="rId10"/>
    <p:sldId id="318" r:id="rId11"/>
    <p:sldId id="321" r:id="rId12"/>
    <p:sldId id="309" r:id="rId13"/>
    <p:sldId id="322" r:id="rId14"/>
    <p:sldId id="320" r:id="rId15"/>
    <p:sldId id="327" r:id="rId16"/>
    <p:sldId id="326" r:id="rId17"/>
    <p:sldId id="316"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9D7D9"/>
    <a:srgbClr val="93D3D9"/>
    <a:srgbClr val="AAD6FF"/>
    <a:srgbClr val="B2C8CD"/>
    <a:srgbClr val="CCD8D6"/>
    <a:srgbClr val="4F5945"/>
    <a:srgbClr val="73292A"/>
    <a:srgbClr val="7F867A"/>
    <a:srgbClr val="A65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879" autoAdjust="0"/>
  </p:normalViewPr>
  <p:slideViewPr>
    <p:cSldViewPr snapToGrid="0">
      <p:cViewPr varScale="1">
        <p:scale>
          <a:sx n="73" d="100"/>
          <a:sy n="73" d="100"/>
        </p:scale>
        <p:origin x="618" y="72"/>
      </p:cViewPr>
      <p:guideLst/>
    </p:cSldViewPr>
  </p:slideViewPr>
  <p:notesTextViewPr>
    <p:cViewPr>
      <p:scale>
        <a:sx n="1" d="1"/>
        <a:sy n="1" d="1"/>
      </p:scale>
      <p:origin x="0" y="0"/>
    </p:cViewPr>
  </p:notesTextViewPr>
  <p:sorterViewPr>
    <p:cViewPr>
      <p:scale>
        <a:sx n="100" d="100"/>
        <a:sy n="100" d="100"/>
      </p:scale>
      <p:origin x="0" y="0"/>
    </p:cViewPr>
  </p:sorterViewPr>
  <p:notesViewPr>
    <p:cSldViewPr snapToGrid="0" showGuides="1">
      <p:cViewPr varScale="1">
        <p:scale>
          <a:sx n="82" d="100"/>
          <a:sy n="82" d="100"/>
        </p:scale>
        <p:origin x="2784" y="17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8/10/relationships/authors" Target="authors.xml"/><Relationship Id="rId3" Type="http://schemas.openxmlformats.org/officeDocument/2006/relationships/customXml" Target="../customXml/item3.xml"/><Relationship Id="rId21" Type="http://schemas.openxmlformats.org/officeDocument/2006/relationships/commentAuthors" Target="commen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DD8915E-DC14-41D6-9BB5-F49E1C265163}" type="doc">
      <dgm:prSet loTypeId="urn:microsoft.com/office/officeart/2016/7/layout/HorizontalActionList" loCatId="list" qsTypeId="urn:microsoft.com/office/officeart/2005/8/quickstyle/simple1" qsCatId="simple" csTypeId="urn:microsoft.com/office/officeart/2005/8/colors/accent1_2" csCatId="accent1" phldr="1"/>
      <dgm:spPr/>
      <dgm:t>
        <a:bodyPr/>
        <a:lstStyle/>
        <a:p>
          <a:endParaRPr lang="en-US"/>
        </a:p>
      </dgm:t>
    </dgm:pt>
    <dgm:pt modelId="{8FE81FEC-2664-411F-AEB3-065F29F52751}">
      <dgm:prSet custT="1"/>
      <dgm:spPr>
        <a:solidFill>
          <a:schemeClr val="bg1">
            <a:alpha val="90000"/>
          </a:schemeClr>
        </a:solidFill>
        <a:ln>
          <a:noFill/>
        </a:ln>
      </dgm:spPr>
      <dgm:t>
        <a:bodyPr/>
        <a:lstStyle/>
        <a:p>
          <a:pPr>
            <a:buFont typeface="Arial" panose="020B0604020202020204" pitchFamily="34" charset="0"/>
            <a:buChar char="•"/>
          </a:pPr>
          <a:r>
            <a:rPr lang="en-US" sz="1600" b="0" i="0" dirty="0"/>
            <a:t>Hair And Make Up</a:t>
          </a:r>
        </a:p>
        <a:p>
          <a:pPr>
            <a:buFont typeface="Arial" panose="020B0604020202020204" pitchFamily="34" charset="0"/>
            <a:buChar char="•"/>
          </a:pPr>
          <a:r>
            <a:rPr lang="en-US" sz="1600" b="0" i="0" dirty="0"/>
            <a:t>Appetizers</a:t>
          </a:r>
        </a:p>
        <a:p>
          <a:pPr>
            <a:buFont typeface="Arial" panose="020B0604020202020204" pitchFamily="34" charset="0"/>
            <a:buChar char="•"/>
          </a:pPr>
          <a:r>
            <a:rPr lang="en-US" sz="1600" b="0" i="0" dirty="0"/>
            <a:t>DJ Services</a:t>
          </a:r>
          <a:endParaRPr lang="en-US" sz="1600" b="0" i="0" dirty="0">
            <a:solidFill>
              <a:schemeClr val="accent3"/>
            </a:solidFill>
            <a:latin typeface="Gill Sans Nova Light" panose="020B0302020104020203" pitchFamily="34" charset="0"/>
            <a:cs typeface="Gill Sans Light" panose="020B0302020104020203" pitchFamily="34" charset="-79"/>
          </a:endParaRPr>
        </a:p>
      </dgm:t>
    </dgm:pt>
    <dgm:pt modelId="{BCBC007E-0269-421B-9C41-DE26D5C3A822}" type="parTrans" cxnId="{711E093C-AD42-45A4-8D40-A2D39702062E}">
      <dgm:prSet/>
      <dgm:spPr/>
      <dgm:t>
        <a:bodyPr/>
        <a:lstStyle/>
        <a:p>
          <a:endParaRPr lang="en-US"/>
        </a:p>
      </dgm:t>
    </dgm:pt>
    <dgm:pt modelId="{80230EB7-7230-4881-A631-309C07417378}" type="sibTrans" cxnId="{711E093C-AD42-45A4-8D40-A2D39702062E}">
      <dgm:prSet/>
      <dgm:spPr/>
      <dgm:t>
        <a:bodyPr/>
        <a:lstStyle/>
        <a:p>
          <a:endParaRPr lang="en-US"/>
        </a:p>
      </dgm:t>
    </dgm:pt>
    <dgm:pt modelId="{73D947E0-108F-4D20-A71E-3CF329F97212}">
      <dgm:prSet phldr="0" custT="1"/>
      <dgm:spPr>
        <a:solidFill>
          <a:schemeClr val="accent2"/>
        </a:solidFill>
        <a:ln>
          <a:noFill/>
        </a:ln>
      </dgm:spPr>
      <dgm:t>
        <a:bodyPr/>
        <a:lstStyle/>
        <a:p>
          <a:pPr rtl="0"/>
          <a:r>
            <a:rPr lang="en-US" sz="2000" dirty="0">
              <a:latin typeface="Baskerville Old Face" panose="02020602080505020303" pitchFamily="18" charset="77"/>
              <a:ea typeface="Baskerville" panose="02020502070401020303" pitchFamily="18" charset="0"/>
            </a:rPr>
            <a:t>ELITE</a:t>
          </a:r>
        </a:p>
      </dgm:t>
    </dgm:pt>
    <dgm:pt modelId="{9D249532-A24D-4D8F-848A-9F42F2E486C9}" type="parTrans" cxnId="{A0077D09-C12C-46D0-8DF7-194B6911362A}">
      <dgm:prSet/>
      <dgm:spPr/>
      <dgm:t>
        <a:bodyPr/>
        <a:lstStyle/>
        <a:p>
          <a:endParaRPr lang="en-US"/>
        </a:p>
      </dgm:t>
    </dgm:pt>
    <dgm:pt modelId="{AE813459-65AB-4FA9-B717-330DDA6DFA4E}" type="sibTrans" cxnId="{A0077D09-C12C-46D0-8DF7-194B6911362A}">
      <dgm:prSet/>
      <dgm:spPr/>
      <dgm:t>
        <a:bodyPr/>
        <a:lstStyle/>
        <a:p>
          <a:endParaRPr lang="en-US"/>
        </a:p>
      </dgm:t>
    </dgm:pt>
    <dgm:pt modelId="{30A490C8-22B4-4D68-875C-0F0DE2FF864D}">
      <dgm:prSet phldr="0" custT="1"/>
      <dgm:spPr>
        <a:solidFill>
          <a:schemeClr val="bg1">
            <a:alpha val="90000"/>
          </a:schemeClr>
        </a:solidFill>
        <a:ln>
          <a:noFill/>
        </a:ln>
      </dgm:spPr>
      <dgm:t>
        <a:bodyPr/>
        <a:lstStyle/>
        <a:p>
          <a:r>
            <a:rPr lang="en-US" sz="1600" b="0" i="0" dirty="0"/>
            <a:t>Hair And Make Up</a:t>
          </a:r>
        </a:p>
        <a:p>
          <a:r>
            <a:rPr lang="en-US" sz="1600" b="0" i="0" dirty="0"/>
            <a:t>Appetizers and Meal Service</a:t>
          </a:r>
        </a:p>
        <a:p>
          <a:r>
            <a:rPr lang="en-US" sz="1600" b="0" i="0" dirty="0"/>
            <a:t>Wedding Cake</a:t>
          </a:r>
        </a:p>
        <a:p>
          <a:r>
            <a:rPr lang="en-US" sz="1600" b="0" i="0" dirty="0"/>
            <a:t>Photographer</a:t>
          </a:r>
        </a:p>
        <a:p>
          <a:r>
            <a:rPr lang="en-US" sz="1600" b="0" i="0" dirty="0"/>
            <a:t>Bar Service</a:t>
          </a:r>
        </a:p>
        <a:p>
          <a:r>
            <a:rPr lang="en-US" sz="1600" b="0" i="0" dirty="0"/>
            <a:t>Reception Décor</a:t>
          </a:r>
        </a:p>
        <a:p>
          <a:r>
            <a:rPr lang="en-US" sz="1600" b="0" i="0" dirty="0"/>
            <a:t>DJ &amp; MC Services</a:t>
          </a:r>
        </a:p>
        <a:p>
          <a:r>
            <a:rPr lang="en-US" sz="1600" dirty="0">
              <a:latin typeface="+mn-lt"/>
            </a:rPr>
            <a:t>Invitations &amp; Accessories</a:t>
          </a:r>
        </a:p>
        <a:p>
          <a:r>
            <a:rPr lang="en-US" sz="1600" b="0" i="0" dirty="0"/>
            <a:t>Photobooth</a:t>
          </a:r>
          <a:endParaRPr lang="en-US" sz="1600" b="0" i="0" dirty="0">
            <a:solidFill>
              <a:schemeClr val="accent3"/>
            </a:solidFill>
            <a:latin typeface="Gill Sans Nova Light" panose="020B0302020104020203" pitchFamily="34" charset="0"/>
            <a:cs typeface="Gill Sans Light" panose="020B0302020104020203" pitchFamily="34" charset="-79"/>
          </a:endParaRPr>
        </a:p>
      </dgm:t>
    </dgm:pt>
    <dgm:pt modelId="{035C64B0-4F0C-4FD1-BD23-B1D4C9887CBE}" type="parTrans" cxnId="{381FE1CC-8184-4745-8EB3-6DE11655998D}">
      <dgm:prSet/>
      <dgm:spPr/>
      <dgm:t>
        <a:bodyPr/>
        <a:lstStyle/>
        <a:p>
          <a:endParaRPr lang="en-US"/>
        </a:p>
      </dgm:t>
    </dgm:pt>
    <dgm:pt modelId="{45495DA8-8707-41E3-A12B-FA5766269C44}" type="sibTrans" cxnId="{381FE1CC-8184-4745-8EB3-6DE11655998D}">
      <dgm:prSet/>
      <dgm:spPr/>
      <dgm:t>
        <a:bodyPr/>
        <a:lstStyle/>
        <a:p>
          <a:endParaRPr lang="en-US"/>
        </a:p>
      </dgm:t>
    </dgm:pt>
    <dgm:pt modelId="{B1AFA1AF-0FF8-45B3-A6D0-0E255A2F637D}">
      <dgm:prSet phldr="0" custT="1"/>
      <dgm:spPr>
        <a:solidFill>
          <a:schemeClr val="accent2"/>
        </a:solidFill>
        <a:ln>
          <a:noFill/>
        </a:ln>
      </dgm:spPr>
      <dgm:t>
        <a:bodyPr/>
        <a:lstStyle/>
        <a:p>
          <a:r>
            <a:rPr lang="en-US" sz="2000" dirty="0">
              <a:latin typeface="Baskerville Old Face" panose="02020602080505020303" pitchFamily="18" charset="77"/>
              <a:ea typeface="Baskerville" panose="02020502070401020303" pitchFamily="18" charset="0"/>
            </a:rPr>
            <a:t>GOLD</a:t>
          </a:r>
        </a:p>
      </dgm:t>
    </dgm:pt>
    <dgm:pt modelId="{10C68AF5-481C-45AA-A216-8BBBB04515B9}" type="parTrans" cxnId="{F28D7702-2FC3-49BD-BB13-C989E5EE622A}">
      <dgm:prSet/>
      <dgm:spPr/>
      <dgm:t>
        <a:bodyPr/>
        <a:lstStyle/>
        <a:p>
          <a:endParaRPr lang="en-US"/>
        </a:p>
      </dgm:t>
    </dgm:pt>
    <dgm:pt modelId="{88649F7A-400B-4056-965D-C9AC0B3AD942}" type="sibTrans" cxnId="{F28D7702-2FC3-49BD-BB13-C989E5EE622A}">
      <dgm:prSet/>
      <dgm:spPr/>
      <dgm:t>
        <a:bodyPr/>
        <a:lstStyle/>
        <a:p>
          <a:endParaRPr lang="en-US"/>
        </a:p>
      </dgm:t>
    </dgm:pt>
    <dgm:pt modelId="{50418D2B-9486-42DE-AFDD-1D31420040FF}">
      <dgm:prSet phldr="0" custT="1"/>
      <dgm:spPr>
        <a:solidFill>
          <a:schemeClr val="bg1">
            <a:lumMod val="95000"/>
            <a:alpha val="90000"/>
          </a:schemeClr>
        </a:solidFill>
      </dgm:spPr>
      <dgm:t>
        <a:bodyPr/>
        <a:lstStyle/>
        <a:p>
          <a:r>
            <a:rPr lang="en-US" sz="1600" b="0" i="0" dirty="0"/>
            <a:t>Appetizers and Meal Service</a:t>
          </a:r>
        </a:p>
        <a:p>
          <a:r>
            <a:rPr lang="en-US" sz="1600" b="0" i="0" dirty="0"/>
            <a:t>Hair And Make Up</a:t>
          </a:r>
        </a:p>
        <a:p>
          <a:r>
            <a:rPr lang="en-US" sz="1600" b="0" i="0" dirty="0"/>
            <a:t>Wedding Cake</a:t>
          </a:r>
        </a:p>
        <a:p>
          <a:r>
            <a:rPr lang="en-US" sz="1600" b="0" i="0" dirty="0"/>
            <a:t>Photographer</a:t>
          </a:r>
        </a:p>
        <a:p>
          <a:r>
            <a:rPr lang="en-US" sz="1600" b="0" i="0" dirty="0"/>
            <a:t>Bar Service</a:t>
          </a:r>
        </a:p>
        <a:p>
          <a:r>
            <a:rPr lang="en-US" sz="1600" b="0" i="0" dirty="0"/>
            <a:t>Reception Décor</a:t>
          </a:r>
        </a:p>
        <a:p>
          <a:r>
            <a:rPr lang="en-US" sz="1600" b="0" i="0" dirty="0"/>
            <a:t>DJ &amp; MC Services</a:t>
          </a:r>
        </a:p>
        <a:p>
          <a:r>
            <a:rPr lang="en-US" sz="1600" dirty="0">
              <a:latin typeface="+mn-lt"/>
            </a:rPr>
            <a:t>Invitations &amp; Accessories</a:t>
          </a:r>
          <a:endParaRPr lang="en-US" sz="1600" b="0" i="0" dirty="0"/>
        </a:p>
        <a:p>
          <a:endParaRPr lang="en-US" sz="1600" b="0" i="0" dirty="0">
            <a:solidFill>
              <a:schemeClr val="accent3"/>
            </a:solidFill>
            <a:latin typeface="Gill Sans Nova Light" panose="020B0302020104020203" pitchFamily="34" charset="0"/>
            <a:cs typeface="Gill Sans Light" panose="020B0302020104020203" pitchFamily="34" charset="-79"/>
          </a:endParaRPr>
        </a:p>
      </dgm:t>
    </dgm:pt>
    <dgm:pt modelId="{D5A17F6B-93F5-442B-938A-0F38C281BE88}" type="parTrans" cxnId="{5A5BA622-5DEB-48B9-88D9-C1DE36C711E5}">
      <dgm:prSet/>
      <dgm:spPr/>
      <dgm:t>
        <a:bodyPr/>
        <a:lstStyle/>
        <a:p>
          <a:endParaRPr lang="en-US"/>
        </a:p>
      </dgm:t>
    </dgm:pt>
    <dgm:pt modelId="{1D87A0A5-8024-4710-846B-D5BFAC785107}" type="sibTrans" cxnId="{5A5BA622-5DEB-48B9-88D9-C1DE36C711E5}">
      <dgm:prSet/>
      <dgm:spPr/>
      <dgm:t>
        <a:bodyPr/>
        <a:lstStyle/>
        <a:p>
          <a:endParaRPr lang="en-US"/>
        </a:p>
      </dgm:t>
    </dgm:pt>
    <dgm:pt modelId="{E9682B4F-0217-4B50-923E-C104AA24290F}">
      <dgm:prSet phldr="0" custT="1"/>
      <dgm:spPr>
        <a:solidFill>
          <a:schemeClr val="accent2"/>
        </a:solidFill>
        <a:ln>
          <a:noFill/>
        </a:ln>
      </dgm:spPr>
      <dgm:t>
        <a:bodyPr/>
        <a:lstStyle/>
        <a:p>
          <a:r>
            <a:rPr lang="en-US" sz="2000" dirty="0">
              <a:latin typeface="Baskerville Old Face" panose="02020602080505020303" pitchFamily="18" charset="77"/>
              <a:ea typeface="Baskerville" panose="02020502070401020303" pitchFamily="18" charset="0"/>
            </a:rPr>
            <a:t>PRIMIER</a:t>
          </a:r>
        </a:p>
      </dgm:t>
    </dgm:pt>
    <dgm:pt modelId="{E0F6C4AF-9BBB-4698-91D7-F9AE3EACBD5D}" type="parTrans" cxnId="{6C23D0C9-74B2-4C8B-AB2F-A03B3B0EBE56}">
      <dgm:prSet/>
      <dgm:spPr/>
      <dgm:t>
        <a:bodyPr/>
        <a:lstStyle/>
        <a:p>
          <a:endParaRPr lang="en-US"/>
        </a:p>
      </dgm:t>
    </dgm:pt>
    <dgm:pt modelId="{B8632E42-D7EB-4C31-877E-6F1B2801851A}" type="sibTrans" cxnId="{6C23D0C9-74B2-4C8B-AB2F-A03B3B0EBE56}">
      <dgm:prSet/>
      <dgm:spPr/>
      <dgm:t>
        <a:bodyPr/>
        <a:lstStyle/>
        <a:p>
          <a:endParaRPr lang="en-US"/>
        </a:p>
      </dgm:t>
    </dgm:pt>
    <dgm:pt modelId="{FEB4A941-E9FA-4A86-A673-85FF34B35F20}">
      <dgm:prSet phldr="0" custT="1"/>
      <dgm:spPr>
        <a:solidFill>
          <a:schemeClr val="bg1">
            <a:lumMod val="95000"/>
            <a:alpha val="90000"/>
          </a:schemeClr>
        </a:solidFill>
      </dgm:spPr>
      <dgm:t>
        <a:bodyPr/>
        <a:lstStyle/>
        <a:p>
          <a:pPr>
            <a:buFont typeface="Arial" panose="020B0604020202020204" pitchFamily="34" charset="0"/>
            <a:buChar char="•"/>
          </a:pPr>
          <a:r>
            <a:rPr lang="en-US" sz="1600" b="0" i="0" dirty="0">
              <a:latin typeface="+mn-lt"/>
            </a:rPr>
            <a:t>Hair and Make Up</a:t>
          </a:r>
          <a:endParaRPr lang="en-US" sz="1600" b="0" i="0" dirty="0">
            <a:solidFill>
              <a:schemeClr val="accent3"/>
            </a:solidFill>
            <a:latin typeface="+mn-lt"/>
            <a:cs typeface="Gill Sans Light" panose="020B0302020104020203" pitchFamily="34" charset="-79"/>
          </a:endParaRPr>
        </a:p>
      </dgm:t>
    </dgm:pt>
    <dgm:pt modelId="{39522508-BC4E-4DD5-A744-AFEFFE36DB74}" type="parTrans" cxnId="{F942F56C-9025-4AA1-9B36-C5AE0A93B0F5}">
      <dgm:prSet/>
      <dgm:spPr/>
      <dgm:t>
        <a:bodyPr/>
        <a:lstStyle/>
        <a:p>
          <a:endParaRPr lang="en-US"/>
        </a:p>
      </dgm:t>
    </dgm:pt>
    <dgm:pt modelId="{97624CC8-6315-4683-B26C-C30D552DA5A6}" type="sibTrans" cxnId="{F942F56C-9025-4AA1-9B36-C5AE0A93B0F5}">
      <dgm:prSet/>
      <dgm:spPr/>
      <dgm:t>
        <a:bodyPr/>
        <a:lstStyle/>
        <a:p>
          <a:endParaRPr lang="en-US"/>
        </a:p>
      </dgm:t>
    </dgm:pt>
    <dgm:pt modelId="{A2322D3A-7AC2-4C5C-9D7E-EAB2313D47D4}">
      <dgm:prSet phldr="0" custT="1"/>
      <dgm:spPr>
        <a:solidFill>
          <a:schemeClr val="accent2"/>
        </a:solidFill>
        <a:ln>
          <a:noFill/>
        </a:ln>
      </dgm:spPr>
      <dgm:t>
        <a:bodyPr/>
        <a:lstStyle/>
        <a:p>
          <a:r>
            <a:rPr lang="en-US" sz="2000" dirty="0">
              <a:latin typeface="Baskerville Old Face" panose="02020602080505020303" pitchFamily="18" charset="77"/>
              <a:ea typeface="Baskerville" panose="02020502070401020303" pitchFamily="18" charset="0"/>
            </a:rPr>
            <a:t>CLASSIC</a:t>
          </a:r>
        </a:p>
      </dgm:t>
    </dgm:pt>
    <dgm:pt modelId="{4A8C15D4-B36F-4764-B4FF-F2AF790D3E17}" type="parTrans" cxnId="{179FAFCF-F878-464E-A8A6-1185EFA0E380}">
      <dgm:prSet/>
      <dgm:spPr/>
      <dgm:t>
        <a:bodyPr/>
        <a:lstStyle/>
        <a:p>
          <a:endParaRPr lang="en-US"/>
        </a:p>
      </dgm:t>
    </dgm:pt>
    <dgm:pt modelId="{84DE1C3A-3FC7-4DB3-88ED-33F65A71557A}" type="sibTrans" cxnId="{179FAFCF-F878-464E-A8A6-1185EFA0E380}">
      <dgm:prSet/>
      <dgm:spPr/>
      <dgm:t>
        <a:bodyPr/>
        <a:lstStyle/>
        <a:p>
          <a:endParaRPr lang="en-US"/>
        </a:p>
      </dgm:t>
    </dgm:pt>
    <dgm:pt modelId="{4F85505A-81B6-4FDA-A144-900B71DAD946}">
      <dgm:prSet phldr="0" custT="1"/>
      <dgm:spPr>
        <a:solidFill>
          <a:schemeClr val="accent2"/>
        </a:solidFill>
        <a:ln>
          <a:noFill/>
        </a:ln>
      </dgm:spPr>
      <dgm:t>
        <a:bodyPr/>
        <a:lstStyle/>
        <a:p>
          <a:r>
            <a:rPr lang="en-US" sz="2000" dirty="0">
              <a:latin typeface="Baskerville Old Face" panose="02020602080505020303" pitchFamily="18" charset="77"/>
              <a:ea typeface="Baskerville" panose="02020502070401020303" pitchFamily="18" charset="0"/>
            </a:rPr>
            <a:t>ELEGANT</a:t>
          </a:r>
        </a:p>
      </dgm:t>
    </dgm:pt>
    <dgm:pt modelId="{D9A96E25-7BBE-4DDD-8DDE-B4970D4340A8}" type="parTrans" cxnId="{2D633B56-E147-4EFC-B9EE-6C0413F329B0}">
      <dgm:prSet/>
      <dgm:spPr/>
      <dgm:t>
        <a:bodyPr/>
        <a:lstStyle/>
        <a:p>
          <a:endParaRPr lang="en-US"/>
        </a:p>
      </dgm:t>
    </dgm:pt>
    <dgm:pt modelId="{68F74A88-49DC-44B1-BC0D-220A7B97601C}" type="sibTrans" cxnId="{2D633B56-E147-4EFC-B9EE-6C0413F329B0}">
      <dgm:prSet/>
      <dgm:spPr/>
      <dgm:t>
        <a:bodyPr/>
        <a:lstStyle/>
        <a:p>
          <a:endParaRPr lang="en-US"/>
        </a:p>
      </dgm:t>
    </dgm:pt>
    <dgm:pt modelId="{A9C72396-08F5-48E1-A8B9-518298209126}">
      <dgm:prSet custT="1"/>
      <dgm:spPr/>
      <dgm:t>
        <a:bodyPr/>
        <a:lstStyle/>
        <a:p>
          <a:pPr>
            <a:buFont typeface="Arial" panose="020B0604020202020204" pitchFamily="34" charset="0"/>
            <a:buChar char="•"/>
          </a:pPr>
          <a:r>
            <a:rPr lang="en-US" sz="1600" b="0" i="0" dirty="0">
              <a:latin typeface="+mn-lt"/>
            </a:rPr>
            <a:t>Photographer</a:t>
          </a:r>
        </a:p>
      </dgm:t>
    </dgm:pt>
    <dgm:pt modelId="{61B809AD-C45E-40A6-8C7B-DCF9977FD184}" type="parTrans" cxnId="{376B3EF8-F15D-4F0F-97E1-1CF81DBE5D9E}">
      <dgm:prSet/>
      <dgm:spPr/>
      <dgm:t>
        <a:bodyPr/>
        <a:lstStyle/>
        <a:p>
          <a:endParaRPr lang="en-US"/>
        </a:p>
      </dgm:t>
    </dgm:pt>
    <dgm:pt modelId="{34113532-DBB8-4F0F-9AD8-D27106A408CB}" type="sibTrans" cxnId="{376B3EF8-F15D-4F0F-97E1-1CF81DBE5D9E}">
      <dgm:prSet/>
      <dgm:spPr/>
      <dgm:t>
        <a:bodyPr/>
        <a:lstStyle/>
        <a:p>
          <a:endParaRPr lang="en-US"/>
        </a:p>
      </dgm:t>
    </dgm:pt>
    <dgm:pt modelId="{F95371DB-7BC6-44E1-AEFD-CD5F11C44AE0}">
      <dgm:prSet custT="1"/>
      <dgm:spPr/>
      <dgm:t>
        <a:bodyPr/>
        <a:lstStyle/>
        <a:p>
          <a:pPr>
            <a:buFont typeface="Arial" panose="020B0604020202020204" pitchFamily="34" charset="0"/>
            <a:buChar char="•"/>
          </a:pPr>
          <a:r>
            <a:rPr lang="en-US" sz="1600" b="0" i="0" dirty="0">
              <a:latin typeface="+mn-lt"/>
            </a:rPr>
            <a:t>Appetizers</a:t>
          </a:r>
        </a:p>
      </dgm:t>
    </dgm:pt>
    <dgm:pt modelId="{C7B38807-FC39-4CB8-8A9B-090F7BFC19A3}" type="parTrans" cxnId="{55C0A11E-324E-44D2-9B5C-6D65D97ABD1B}">
      <dgm:prSet/>
      <dgm:spPr/>
      <dgm:t>
        <a:bodyPr/>
        <a:lstStyle/>
        <a:p>
          <a:endParaRPr lang="en-US"/>
        </a:p>
      </dgm:t>
    </dgm:pt>
    <dgm:pt modelId="{E621F6BF-F0E7-4D44-9EAB-B95A266E9C6A}" type="sibTrans" cxnId="{55C0A11E-324E-44D2-9B5C-6D65D97ABD1B}">
      <dgm:prSet/>
      <dgm:spPr/>
      <dgm:t>
        <a:bodyPr/>
        <a:lstStyle/>
        <a:p>
          <a:endParaRPr lang="en-US"/>
        </a:p>
      </dgm:t>
    </dgm:pt>
    <dgm:pt modelId="{FBE1980A-8F94-443F-B390-8C8A42DD9D8B}">
      <dgm:prSet custT="1"/>
      <dgm:spPr/>
      <dgm:t>
        <a:bodyPr/>
        <a:lstStyle/>
        <a:p>
          <a:pPr>
            <a:buFont typeface="Arial" panose="020B0604020202020204" pitchFamily="34" charset="0"/>
            <a:buChar char="•"/>
          </a:pPr>
          <a:r>
            <a:rPr lang="en-US" sz="1600" b="0" i="0" u="none" dirty="0">
              <a:latin typeface="+mn-lt"/>
            </a:rPr>
            <a:t>Decorations</a:t>
          </a:r>
        </a:p>
      </dgm:t>
    </dgm:pt>
    <dgm:pt modelId="{233AFA9A-BF84-4529-8CEE-E8186615035F}" type="parTrans" cxnId="{1B17A0DC-A8FD-43BB-BADF-5A2A93787B7F}">
      <dgm:prSet/>
      <dgm:spPr/>
      <dgm:t>
        <a:bodyPr/>
        <a:lstStyle/>
        <a:p>
          <a:endParaRPr lang="en-US"/>
        </a:p>
      </dgm:t>
    </dgm:pt>
    <dgm:pt modelId="{76A9650C-AB38-404E-ACE0-E42378C25496}" type="sibTrans" cxnId="{1B17A0DC-A8FD-43BB-BADF-5A2A93787B7F}">
      <dgm:prSet/>
      <dgm:spPr/>
      <dgm:t>
        <a:bodyPr/>
        <a:lstStyle/>
        <a:p>
          <a:endParaRPr lang="en-US"/>
        </a:p>
      </dgm:t>
    </dgm:pt>
    <dgm:pt modelId="{9287AFAC-FCFD-4AD4-A39E-C8267913B98A}">
      <dgm:prSet custT="1"/>
      <dgm:spPr/>
      <dgm:t>
        <a:bodyPr/>
        <a:lstStyle/>
        <a:p>
          <a:r>
            <a:rPr lang="en-US" sz="1600" dirty="0">
              <a:latin typeface="+mn-lt"/>
            </a:rPr>
            <a:t>Hair And Make Up</a:t>
          </a:r>
          <a:endParaRPr lang="en-US" sz="1600" dirty="0"/>
        </a:p>
      </dgm:t>
    </dgm:pt>
    <dgm:pt modelId="{5E4E61E4-CC4B-4058-9C43-82178BA57F9B}" type="parTrans" cxnId="{411A8F99-BFD5-4EF2-9259-EBCF0744BD60}">
      <dgm:prSet/>
      <dgm:spPr/>
      <dgm:t>
        <a:bodyPr/>
        <a:lstStyle/>
        <a:p>
          <a:endParaRPr lang="en-US"/>
        </a:p>
      </dgm:t>
    </dgm:pt>
    <dgm:pt modelId="{04C8C96D-F9F3-42C3-9F9A-978711DA0A2A}" type="sibTrans" cxnId="{411A8F99-BFD5-4EF2-9259-EBCF0744BD60}">
      <dgm:prSet/>
      <dgm:spPr/>
      <dgm:t>
        <a:bodyPr/>
        <a:lstStyle/>
        <a:p>
          <a:endParaRPr lang="en-US"/>
        </a:p>
      </dgm:t>
    </dgm:pt>
    <dgm:pt modelId="{AF0085BA-4145-46D4-AF41-3381BAFDA7B3}">
      <dgm:prSet custT="1"/>
      <dgm:spPr/>
      <dgm:t>
        <a:bodyPr/>
        <a:lstStyle/>
        <a:p>
          <a:r>
            <a:rPr lang="en-US" sz="1600" dirty="0">
              <a:latin typeface="+mn-lt"/>
            </a:rPr>
            <a:t>Appetizers and Meal Services</a:t>
          </a:r>
        </a:p>
      </dgm:t>
    </dgm:pt>
    <dgm:pt modelId="{D73A21CB-FD2A-43AC-86F0-B2734E2957CB}" type="parTrans" cxnId="{016EDE11-637D-4DAE-AB95-563D7C7D2AE6}">
      <dgm:prSet/>
      <dgm:spPr/>
      <dgm:t>
        <a:bodyPr/>
        <a:lstStyle/>
        <a:p>
          <a:endParaRPr lang="en-US"/>
        </a:p>
      </dgm:t>
    </dgm:pt>
    <dgm:pt modelId="{A1A0ED4D-2682-410F-9F76-0B5FB839CB71}" type="sibTrans" cxnId="{016EDE11-637D-4DAE-AB95-563D7C7D2AE6}">
      <dgm:prSet/>
      <dgm:spPr/>
      <dgm:t>
        <a:bodyPr/>
        <a:lstStyle/>
        <a:p>
          <a:endParaRPr lang="en-US"/>
        </a:p>
      </dgm:t>
    </dgm:pt>
    <dgm:pt modelId="{E8AD2AA1-1DA4-4CE5-821B-B184EFF4876E}">
      <dgm:prSet custT="1"/>
      <dgm:spPr/>
      <dgm:t>
        <a:bodyPr/>
        <a:lstStyle/>
        <a:p>
          <a:r>
            <a:rPr lang="en-US" sz="1600" dirty="0">
              <a:latin typeface="+mn-lt"/>
            </a:rPr>
            <a:t>Invitations &amp; Accessories</a:t>
          </a:r>
        </a:p>
      </dgm:t>
    </dgm:pt>
    <dgm:pt modelId="{8205C6CE-A059-497C-A50F-985A09998CD3}" type="parTrans" cxnId="{99335B9E-E3DA-4C06-80D5-EF92161F741D}">
      <dgm:prSet/>
      <dgm:spPr/>
      <dgm:t>
        <a:bodyPr/>
        <a:lstStyle/>
        <a:p>
          <a:endParaRPr lang="en-US"/>
        </a:p>
      </dgm:t>
    </dgm:pt>
    <dgm:pt modelId="{5001A104-A4D4-438C-84B2-B19F8CC41581}" type="sibTrans" cxnId="{99335B9E-E3DA-4C06-80D5-EF92161F741D}">
      <dgm:prSet/>
      <dgm:spPr/>
      <dgm:t>
        <a:bodyPr/>
        <a:lstStyle/>
        <a:p>
          <a:endParaRPr lang="en-US"/>
        </a:p>
      </dgm:t>
    </dgm:pt>
    <dgm:pt modelId="{D16A8979-7F3E-4A62-BEAD-7E143F51357D}">
      <dgm:prSet custT="1"/>
      <dgm:spPr/>
      <dgm:t>
        <a:bodyPr/>
        <a:lstStyle/>
        <a:p>
          <a:r>
            <a:rPr lang="en-US" sz="1600" dirty="0">
              <a:latin typeface="+mn-lt"/>
            </a:rPr>
            <a:t>DJ &amp; MC Services</a:t>
          </a:r>
        </a:p>
      </dgm:t>
    </dgm:pt>
    <dgm:pt modelId="{D29A2F2B-7D3B-4B02-A9EB-D6F1C588FE4A}" type="parTrans" cxnId="{55FBA344-3F43-4509-AFAD-FA11BD8CB00D}">
      <dgm:prSet/>
      <dgm:spPr/>
      <dgm:t>
        <a:bodyPr/>
        <a:lstStyle/>
        <a:p>
          <a:endParaRPr lang="en-US"/>
        </a:p>
      </dgm:t>
    </dgm:pt>
    <dgm:pt modelId="{1D51DCD5-DD63-49A5-836F-0A9BC53C1D63}" type="sibTrans" cxnId="{55FBA344-3F43-4509-AFAD-FA11BD8CB00D}">
      <dgm:prSet/>
      <dgm:spPr/>
      <dgm:t>
        <a:bodyPr/>
        <a:lstStyle/>
        <a:p>
          <a:endParaRPr lang="en-US"/>
        </a:p>
      </dgm:t>
    </dgm:pt>
    <dgm:pt modelId="{64E75D97-85A6-48C7-841B-406154AE52CC}">
      <dgm:prSet custT="1"/>
      <dgm:spPr/>
      <dgm:t>
        <a:bodyPr/>
        <a:lstStyle/>
        <a:p>
          <a:r>
            <a:rPr lang="en-US" sz="1600" dirty="0">
              <a:latin typeface="+mn-lt"/>
            </a:rPr>
            <a:t>Wedding Cake</a:t>
          </a:r>
        </a:p>
      </dgm:t>
    </dgm:pt>
    <dgm:pt modelId="{5A2614DF-9811-4524-927A-483422CE90D9}" type="parTrans" cxnId="{116A1FE8-4F64-4F21-90D7-5EE2404887D8}">
      <dgm:prSet/>
      <dgm:spPr/>
      <dgm:t>
        <a:bodyPr/>
        <a:lstStyle/>
        <a:p>
          <a:endParaRPr lang="en-US"/>
        </a:p>
      </dgm:t>
    </dgm:pt>
    <dgm:pt modelId="{F3120BE3-1DA5-4B04-9B4C-B1C33946BB4B}" type="sibTrans" cxnId="{116A1FE8-4F64-4F21-90D7-5EE2404887D8}">
      <dgm:prSet/>
      <dgm:spPr/>
      <dgm:t>
        <a:bodyPr/>
        <a:lstStyle/>
        <a:p>
          <a:endParaRPr lang="en-US"/>
        </a:p>
      </dgm:t>
    </dgm:pt>
    <dgm:pt modelId="{E4B4F7C4-5024-45F0-9FD7-C5068A1AE6C4}" type="pres">
      <dgm:prSet presAssocID="{0DD8915E-DC14-41D6-9BB5-F49E1C265163}" presName="Name0" presStyleCnt="0">
        <dgm:presLayoutVars>
          <dgm:dir/>
          <dgm:animLvl val="lvl"/>
          <dgm:resizeHandles val="exact"/>
        </dgm:presLayoutVars>
      </dgm:prSet>
      <dgm:spPr/>
      <dgm:t>
        <a:bodyPr/>
        <a:lstStyle/>
        <a:p>
          <a:endParaRPr lang="en-US"/>
        </a:p>
      </dgm:t>
    </dgm:pt>
    <dgm:pt modelId="{473E2436-1BC1-4A6C-8568-5C38418F52D1}" type="pres">
      <dgm:prSet presAssocID="{73D947E0-108F-4D20-A71E-3CF329F97212}" presName="composite" presStyleCnt="0"/>
      <dgm:spPr/>
    </dgm:pt>
    <dgm:pt modelId="{BDBD7220-3F85-45D2-BED6-5BBFBC23EAE3}" type="pres">
      <dgm:prSet presAssocID="{73D947E0-108F-4D20-A71E-3CF329F97212}" presName="parTx" presStyleLbl="alignNode1" presStyleIdx="0" presStyleCnt="5" custScaleY="100000" custLinFactY="-367" custLinFactNeighborY="-100000">
        <dgm:presLayoutVars>
          <dgm:chMax val="0"/>
          <dgm:chPref val="0"/>
        </dgm:presLayoutVars>
      </dgm:prSet>
      <dgm:spPr/>
      <dgm:t>
        <a:bodyPr/>
        <a:lstStyle/>
        <a:p>
          <a:endParaRPr lang="en-US"/>
        </a:p>
      </dgm:t>
    </dgm:pt>
    <dgm:pt modelId="{22359DD7-1BFB-4900-BAE6-6084F2F57988}" type="pres">
      <dgm:prSet presAssocID="{73D947E0-108F-4D20-A71E-3CF329F97212}" presName="desTx" presStyleLbl="alignAccFollowNode1" presStyleIdx="0" presStyleCnt="5" custScaleY="137283" custLinFactNeighborX="-555" custLinFactNeighborY="10979">
        <dgm:presLayoutVars/>
      </dgm:prSet>
      <dgm:spPr/>
      <dgm:t>
        <a:bodyPr/>
        <a:lstStyle/>
        <a:p>
          <a:endParaRPr lang="en-US"/>
        </a:p>
      </dgm:t>
    </dgm:pt>
    <dgm:pt modelId="{38C65349-0C40-499F-9765-B6F38C2DC3C3}" type="pres">
      <dgm:prSet presAssocID="{AE813459-65AB-4FA9-B717-330DDA6DFA4E}" presName="space" presStyleCnt="0"/>
      <dgm:spPr/>
    </dgm:pt>
    <dgm:pt modelId="{C6650FDC-3601-45F5-9125-6E3F90A53F8A}" type="pres">
      <dgm:prSet presAssocID="{B1AFA1AF-0FF8-45B3-A6D0-0E255A2F637D}" presName="composite" presStyleCnt="0"/>
      <dgm:spPr/>
    </dgm:pt>
    <dgm:pt modelId="{C4F84DEA-2002-4D32-8E80-70EEE05E345A}" type="pres">
      <dgm:prSet presAssocID="{B1AFA1AF-0FF8-45B3-A6D0-0E255A2F637D}" presName="parTx" presStyleLbl="alignNode1" presStyleIdx="1" presStyleCnt="5" custLinFactNeighborX="-2548" custLinFactNeighborY="-87626">
        <dgm:presLayoutVars>
          <dgm:chMax val="0"/>
          <dgm:chPref val="0"/>
        </dgm:presLayoutVars>
      </dgm:prSet>
      <dgm:spPr/>
      <dgm:t>
        <a:bodyPr/>
        <a:lstStyle/>
        <a:p>
          <a:endParaRPr lang="en-US"/>
        </a:p>
      </dgm:t>
    </dgm:pt>
    <dgm:pt modelId="{4FEB85EB-D046-4CDB-8A62-BBCE260C4490}" type="pres">
      <dgm:prSet presAssocID="{B1AFA1AF-0FF8-45B3-A6D0-0E255A2F637D}" presName="desTx" presStyleLbl="alignAccFollowNode1" presStyleIdx="1" presStyleCnt="5" custScaleY="121675" custLinFactNeighborX="-2549" custLinFactNeighborY="7504">
        <dgm:presLayoutVars/>
      </dgm:prSet>
      <dgm:spPr/>
      <dgm:t>
        <a:bodyPr/>
        <a:lstStyle/>
        <a:p>
          <a:endParaRPr lang="en-US"/>
        </a:p>
      </dgm:t>
    </dgm:pt>
    <dgm:pt modelId="{40F59683-723F-44D1-8379-95635EED1AA8}" type="pres">
      <dgm:prSet presAssocID="{88649F7A-400B-4056-965D-C9AC0B3AD942}" presName="space" presStyleCnt="0"/>
      <dgm:spPr/>
    </dgm:pt>
    <dgm:pt modelId="{BB2E4F65-C461-40C3-BC82-6A29AA851F44}" type="pres">
      <dgm:prSet presAssocID="{E9682B4F-0217-4B50-923E-C104AA24290F}" presName="composite" presStyleCnt="0"/>
      <dgm:spPr/>
    </dgm:pt>
    <dgm:pt modelId="{49B7F8FA-D256-41EF-9327-52A3551D9A60}" type="pres">
      <dgm:prSet presAssocID="{E9682B4F-0217-4B50-923E-C104AA24290F}" presName="parTx" presStyleLbl="alignNode1" presStyleIdx="2" presStyleCnt="5" custScaleY="100000" custLinFactNeighborX="0" custLinFactNeighborY="-94768">
        <dgm:presLayoutVars>
          <dgm:chMax val="0"/>
          <dgm:chPref val="0"/>
        </dgm:presLayoutVars>
      </dgm:prSet>
      <dgm:spPr/>
      <dgm:t>
        <a:bodyPr/>
        <a:lstStyle/>
        <a:p>
          <a:endParaRPr lang="en-US"/>
        </a:p>
      </dgm:t>
    </dgm:pt>
    <dgm:pt modelId="{6B5FE59C-B471-448A-AA7A-B526DCC4D4CA}" type="pres">
      <dgm:prSet presAssocID="{E9682B4F-0217-4B50-923E-C104AA24290F}" presName="desTx" presStyleLbl="alignAccFollowNode1" presStyleIdx="2" presStyleCnt="5" custScaleX="103259" custScaleY="141033" custLinFactNeighborX="0" custLinFactNeighborY="12482">
        <dgm:presLayoutVars/>
      </dgm:prSet>
      <dgm:spPr/>
      <dgm:t>
        <a:bodyPr/>
        <a:lstStyle/>
        <a:p>
          <a:endParaRPr lang="en-US"/>
        </a:p>
      </dgm:t>
    </dgm:pt>
    <dgm:pt modelId="{A91542D9-4FB3-4302-AD03-3D6EF82E6748}" type="pres">
      <dgm:prSet presAssocID="{B8632E42-D7EB-4C31-877E-6F1B2801851A}" presName="space" presStyleCnt="0"/>
      <dgm:spPr/>
    </dgm:pt>
    <dgm:pt modelId="{1A7C3045-2DAF-4A19-82DB-79436B2E4575}" type="pres">
      <dgm:prSet presAssocID="{4F85505A-81B6-4FDA-A144-900B71DAD946}" presName="composite" presStyleCnt="0"/>
      <dgm:spPr/>
    </dgm:pt>
    <dgm:pt modelId="{4132ECB1-6BEF-4935-AFA3-B2EAA48FDE7E}" type="pres">
      <dgm:prSet presAssocID="{4F85505A-81B6-4FDA-A144-900B71DAD946}" presName="parTx" presStyleLbl="alignNode1" presStyleIdx="3" presStyleCnt="5" custScaleY="156045" custLinFactY="-36012" custLinFactNeighborX="-849" custLinFactNeighborY="-100000">
        <dgm:presLayoutVars>
          <dgm:chMax val="0"/>
          <dgm:chPref val="0"/>
        </dgm:presLayoutVars>
      </dgm:prSet>
      <dgm:spPr/>
      <dgm:t>
        <a:bodyPr/>
        <a:lstStyle/>
        <a:p>
          <a:endParaRPr lang="en-US"/>
        </a:p>
      </dgm:t>
    </dgm:pt>
    <dgm:pt modelId="{C42A8BDE-B838-475D-AFDE-17B60D744AB6}" type="pres">
      <dgm:prSet presAssocID="{4F85505A-81B6-4FDA-A144-900B71DAD946}" presName="desTx" presStyleLbl="alignAccFollowNode1" presStyleIdx="3" presStyleCnt="5" custScaleY="164178" custLinFactNeighborX="850" custLinFactNeighborY="12304">
        <dgm:presLayoutVars/>
      </dgm:prSet>
      <dgm:spPr/>
      <dgm:t>
        <a:bodyPr/>
        <a:lstStyle/>
        <a:p>
          <a:endParaRPr lang="en-US"/>
        </a:p>
      </dgm:t>
    </dgm:pt>
    <dgm:pt modelId="{D0DC94A3-770A-4810-A89A-7DB7918862F6}" type="pres">
      <dgm:prSet presAssocID="{68F74A88-49DC-44B1-BC0D-220A7B97601C}" presName="space" presStyleCnt="0"/>
      <dgm:spPr/>
    </dgm:pt>
    <dgm:pt modelId="{647B2244-AC3A-441A-A6FB-6136FA04F429}" type="pres">
      <dgm:prSet presAssocID="{A2322D3A-7AC2-4C5C-9D7E-EAB2313D47D4}" presName="composite" presStyleCnt="0"/>
      <dgm:spPr/>
    </dgm:pt>
    <dgm:pt modelId="{59606EB9-9F10-4D12-A33F-A242FDCC0D0F}" type="pres">
      <dgm:prSet presAssocID="{A2322D3A-7AC2-4C5C-9D7E-EAB2313D47D4}" presName="parTx" presStyleLbl="alignNode1" presStyleIdx="4" presStyleCnt="5" custLinFactNeighborX="299" custLinFactNeighborY="-83550">
        <dgm:presLayoutVars>
          <dgm:chMax val="0"/>
          <dgm:chPref val="0"/>
        </dgm:presLayoutVars>
      </dgm:prSet>
      <dgm:spPr/>
      <dgm:t>
        <a:bodyPr/>
        <a:lstStyle/>
        <a:p>
          <a:endParaRPr lang="en-US"/>
        </a:p>
      </dgm:t>
    </dgm:pt>
    <dgm:pt modelId="{C8429E68-36DD-4F6A-A2F4-7CCDADCEFAD1}" type="pres">
      <dgm:prSet presAssocID="{A2322D3A-7AC2-4C5C-9D7E-EAB2313D47D4}" presName="desTx" presStyleLbl="alignAccFollowNode1" presStyleIdx="4" presStyleCnt="5" custScaleX="99917" custScaleY="174776" custLinFactNeighborX="340" custLinFactNeighborY="14275">
        <dgm:presLayoutVars/>
      </dgm:prSet>
      <dgm:spPr/>
      <dgm:t>
        <a:bodyPr/>
        <a:lstStyle/>
        <a:p>
          <a:endParaRPr lang="en-US"/>
        </a:p>
      </dgm:t>
    </dgm:pt>
  </dgm:ptLst>
  <dgm:cxnLst>
    <dgm:cxn modelId="{47F7E67E-753A-4152-AF1E-18ACEBF67C1A}" type="presOf" srcId="{D16A8979-7F3E-4A62-BEAD-7E143F51357D}" destId="{6B5FE59C-B471-448A-AA7A-B526DCC4D4CA}" srcOrd="0" destOrd="3" presId="urn:microsoft.com/office/officeart/2016/7/layout/HorizontalActionList"/>
    <dgm:cxn modelId="{068A9498-8EDE-4B25-82F5-3A1F1A123849}" type="presOf" srcId="{F95371DB-7BC6-44E1-AEFD-CD5F11C44AE0}" destId="{C42A8BDE-B838-475D-AFDE-17B60D744AB6}" srcOrd="0" destOrd="2" presId="urn:microsoft.com/office/officeart/2016/7/layout/HorizontalActionList"/>
    <dgm:cxn modelId="{F28D7702-2FC3-49BD-BB13-C989E5EE622A}" srcId="{0DD8915E-DC14-41D6-9BB5-F49E1C265163}" destId="{B1AFA1AF-0FF8-45B3-A6D0-0E255A2F637D}" srcOrd="1" destOrd="0" parTransId="{10C68AF5-481C-45AA-A216-8BBBB04515B9}" sibTransId="{88649F7A-400B-4056-965D-C9AC0B3AD942}"/>
    <dgm:cxn modelId="{B7F6ED6E-855A-4A7B-AE18-3BD04546002C}" type="presOf" srcId="{B1AFA1AF-0FF8-45B3-A6D0-0E255A2F637D}" destId="{C4F84DEA-2002-4D32-8E80-70EEE05E345A}" srcOrd="0" destOrd="0" presId="urn:microsoft.com/office/officeart/2016/7/layout/HorizontalActionList"/>
    <dgm:cxn modelId="{016EDE11-637D-4DAE-AB95-563D7C7D2AE6}" srcId="{E9682B4F-0217-4B50-923E-C104AA24290F}" destId="{AF0085BA-4145-46D4-AF41-3381BAFDA7B3}" srcOrd="1" destOrd="0" parTransId="{D73A21CB-FD2A-43AC-86F0-B2734E2957CB}" sibTransId="{A1A0ED4D-2682-410F-9F76-0B5FB839CB71}"/>
    <dgm:cxn modelId="{6EE28635-247B-4502-8496-A15B60417750}" type="presOf" srcId="{E8AD2AA1-1DA4-4CE5-821B-B184EFF4876E}" destId="{6B5FE59C-B471-448A-AA7A-B526DCC4D4CA}" srcOrd="0" destOrd="2" presId="urn:microsoft.com/office/officeart/2016/7/layout/HorizontalActionList"/>
    <dgm:cxn modelId="{77A55366-077C-403B-A9E1-B9C6B5CA3288}" type="presOf" srcId="{73D947E0-108F-4D20-A71E-3CF329F97212}" destId="{BDBD7220-3F85-45D2-BED6-5BBFBC23EAE3}" srcOrd="0" destOrd="0" presId="urn:microsoft.com/office/officeart/2016/7/layout/HorizontalActionList"/>
    <dgm:cxn modelId="{179FAFCF-F878-464E-A8A6-1185EFA0E380}" srcId="{0DD8915E-DC14-41D6-9BB5-F49E1C265163}" destId="{A2322D3A-7AC2-4C5C-9D7E-EAB2313D47D4}" srcOrd="4" destOrd="0" parTransId="{4A8C15D4-B36F-4764-B4FF-F2AF790D3E17}" sibTransId="{84DE1C3A-3FC7-4DB3-88ED-33F65A71557A}"/>
    <dgm:cxn modelId="{4F43E00E-5BCE-40F2-99E7-91F29A2A6390}" type="presOf" srcId="{AF0085BA-4145-46D4-AF41-3381BAFDA7B3}" destId="{6B5FE59C-B471-448A-AA7A-B526DCC4D4CA}" srcOrd="0" destOrd="1" presId="urn:microsoft.com/office/officeart/2016/7/layout/HorizontalActionList"/>
    <dgm:cxn modelId="{BF1349D4-34AE-476D-8D7B-F3ABAB74304F}" type="presOf" srcId="{50418D2B-9486-42DE-AFDD-1D31420040FF}" destId="{4FEB85EB-D046-4CDB-8A62-BBCE260C4490}" srcOrd="0" destOrd="0" presId="urn:microsoft.com/office/officeart/2016/7/layout/HorizontalActionList"/>
    <dgm:cxn modelId="{B42C49C6-AD9B-42B4-A94F-82629D6FB79A}" type="presOf" srcId="{9287AFAC-FCFD-4AD4-A39E-C8267913B98A}" destId="{6B5FE59C-B471-448A-AA7A-B526DCC4D4CA}" srcOrd="0" destOrd="0" presId="urn:microsoft.com/office/officeart/2016/7/layout/HorizontalActionList"/>
    <dgm:cxn modelId="{5A5BA622-5DEB-48B9-88D9-C1DE36C711E5}" srcId="{B1AFA1AF-0FF8-45B3-A6D0-0E255A2F637D}" destId="{50418D2B-9486-42DE-AFDD-1D31420040FF}" srcOrd="0" destOrd="0" parTransId="{D5A17F6B-93F5-442B-938A-0F38C281BE88}" sibTransId="{1D87A0A5-8024-4710-846B-D5BFAC785107}"/>
    <dgm:cxn modelId="{376B3EF8-F15D-4F0F-97E1-1CF81DBE5D9E}" srcId="{4F85505A-81B6-4FDA-A144-900B71DAD946}" destId="{A9C72396-08F5-48E1-A8B9-518298209126}" srcOrd="1" destOrd="0" parTransId="{61B809AD-C45E-40A6-8C7B-DCF9977FD184}" sibTransId="{34113532-DBB8-4F0F-9AD8-D27106A408CB}"/>
    <dgm:cxn modelId="{6C23D0C9-74B2-4C8B-AB2F-A03B3B0EBE56}" srcId="{0DD8915E-DC14-41D6-9BB5-F49E1C265163}" destId="{E9682B4F-0217-4B50-923E-C104AA24290F}" srcOrd="2" destOrd="0" parTransId="{E0F6C4AF-9BBB-4698-91D7-F9AE3EACBD5D}" sibTransId="{B8632E42-D7EB-4C31-877E-6F1B2801851A}"/>
    <dgm:cxn modelId="{55C0A11E-324E-44D2-9B5C-6D65D97ABD1B}" srcId="{4F85505A-81B6-4FDA-A144-900B71DAD946}" destId="{F95371DB-7BC6-44E1-AEFD-CD5F11C44AE0}" srcOrd="2" destOrd="0" parTransId="{C7B38807-FC39-4CB8-8A9B-090F7BFC19A3}" sibTransId="{E621F6BF-F0E7-4D44-9EAB-B95A266E9C6A}"/>
    <dgm:cxn modelId="{6291F24F-B536-4688-99BC-6A4CB5E15E15}" type="presOf" srcId="{4F85505A-81B6-4FDA-A144-900B71DAD946}" destId="{4132ECB1-6BEF-4935-AFA3-B2EAA48FDE7E}" srcOrd="0" destOrd="0" presId="urn:microsoft.com/office/officeart/2016/7/layout/HorizontalActionList"/>
    <dgm:cxn modelId="{381FE1CC-8184-4745-8EB3-6DE11655998D}" srcId="{73D947E0-108F-4D20-A71E-3CF329F97212}" destId="{30A490C8-22B4-4D68-875C-0F0DE2FF864D}" srcOrd="0" destOrd="0" parTransId="{035C64B0-4F0C-4FD1-BD23-B1D4C9887CBE}" sibTransId="{45495DA8-8707-41E3-A12B-FA5766269C44}"/>
    <dgm:cxn modelId="{49423240-6181-415C-B6A0-C9706DFBC29E}" type="presOf" srcId="{A9C72396-08F5-48E1-A8B9-518298209126}" destId="{C42A8BDE-B838-475D-AFDE-17B60D744AB6}" srcOrd="0" destOrd="1" presId="urn:microsoft.com/office/officeart/2016/7/layout/HorizontalActionList"/>
    <dgm:cxn modelId="{110097B3-0B24-42EE-9C79-845C028B379B}" type="presOf" srcId="{E9682B4F-0217-4B50-923E-C104AA24290F}" destId="{49B7F8FA-D256-41EF-9327-52A3551D9A60}" srcOrd="0" destOrd="0" presId="urn:microsoft.com/office/officeart/2016/7/layout/HorizontalActionList"/>
    <dgm:cxn modelId="{1B17A0DC-A8FD-43BB-BADF-5A2A93787B7F}" srcId="{4F85505A-81B6-4FDA-A144-900B71DAD946}" destId="{FBE1980A-8F94-443F-B390-8C8A42DD9D8B}" srcOrd="3" destOrd="0" parTransId="{233AFA9A-BF84-4529-8CEE-E8186615035F}" sibTransId="{76A9650C-AB38-404E-ACE0-E42378C25496}"/>
    <dgm:cxn modelId="{411A8F99-BFD5-4EF2-9259-EBCF0744BD60}" srcId="{E9682B4F-0217-4B50-923E-C104AA24290F}" destId="{9287AFAC-FCFD-4AD4-A39E-C8267913B98A}" srcOrd="0" destOrd="0" parTransId="{5E4E61E4-CC4B-4058-9C43-82178BA57F9B}" sibTransId="{04C8C96D-F9F3-42C3-9F9A-978711DA0A2A}"/>
    <dgm:cxn modelId="{CEB1EBDE-4A10-4EA5-A007-6895696AA750}" type="presOf" srcId="{FBE1980A-8F94-443F-B390-8C8A42DD9D8B}" destId="{C42A8BDE-B838-475D-AFDE-17B60D744AB6}" srcOrd="0" destOrd="3" presId="urn:microsoft.com/office/officeart/2016/7/layout/HorizontalActionList"/>
    <dgm:cxn modelId="{E339F9C8-AD35-4E33-9434-788C81500EB2}" type="presOf" srcId="{8FE81FEC-2664-411F-AEB3-065F29F52751}" destId="{C8429E68-36DD-4F6A-A2F4-7CCDADCEFAD1}" srcOrd="0" destOrd="0" presId="urn:microsoft.com/office/officeart/2016/7/layout/HorizontalActionList"/>
    <dgm:cxn modelId="{E430DDCD-505C-442D-B31F-AE2DF8620A2E}" type="presOf" srcId="{64E75D97-85A6-48C7-841B-406154AE52CC}" destId="{6B5FE59C-B471-448A-AA7A-B526DCC4D4CA}" srcOrd="0" destOrd="4" presId="urn:microsoft.com/office/officeart/2016/7/layout/HorizontalActionList"/>
    <dgm:cxn modelId="{2D633B56-E147-4EFC-B9EE-6C0413F329B0}" srcId="{0DD8915E-DC14-41D6-9BB5-F49E1C265163}" destId="{4F85505A-81B6-4FDA-A144-900B71DAD946}" srcOrd="3" destOrd="0" parTransId="{D9A96E25-7BBE-4DDD-8DDE-B4970D4340A8}" sibTransId="{68F74A88-49DC-44B1-BC0D-220A7B97601C}"/>
    <dgm:cxn modelId="{31826907-E438-4A1B-A800-F181C547104F}" type="presOf" srcId="{30A490C8-22B4-4D68-875C-0F0DE2FF864D}" destId="{22359DD7-1BFB-4900-BAE6-6084F2F57988}" srcOrd="0" destOrd="0" presId="urn:microsoft.com/office/officeart/2016/7/layout/HorizontalActionList"/>
    <dgm:cxn modelId="{36A4EED2-16DE-4F21-9B57-BD053CD7ED3D}" type="presOf" srcId="{FEB4A941-E9FA-4A86-A673-85FF34B35F20}" destId="{C42A8BDE-B838-475D-AFDE-17B60D744AB6}" srcOrd="0" destOrd="0" presId="urn:microsoft.com/office/officeart/2016/7/layout/HorizontalActionList"/>
    <dgm:cxn modelId="{116A1FE8-4F64-4F21-90D7-5EE2404887D8}" srcId="{E9682B4F-0217-4B50-923E-C104AA24290F}" destId="{64E75D97-85A6-48C7-841B-406154AE52CC}" srcOrd="4" destOrd="0" parTransId="{5A2614DF-9811-4524-927A-483422CE90D9}" sibTransId="{F3120BE3-1DA5-4B04-9B4C-B1C33946BB4B}"/>
    <dgm:cxn modelId="{F942F56C-9025-4AA1-9B36-C5AE0A93B0F5}" srcId="{4F85505A-81B6-4FDA-A144-900B71DAD946}" destId="{FEB4A941-E9FA-4A86-A673-85FF34B35F20}" srcOrd="0" destOrd="0" parTransId="{39522508-BC4E-4DD5-A744-AFEFFE36DB74}" sibTransId="{97624CC8-6315-4683-B26C-C30D552DA5A6}"/>
    <dgm:cxn modelId="{A0077D09-C12C-46D0-8DF7-194B6911362A}" srcId="{0DD8915E-DC14-41D6-9BB5-F49E1C265163}" destId="{73D947E0-108F-4D20-A71E-3CF329F97212}" srcOrd="0" destOrd="0" parTransId="{9D249532-A24D-4D8F-848A-9F42F2E486C9}" sibTransId="{AE813459-65AB-4FA9-B717-330DDA6DFA4E}"/>
    <dgm:cxn modelId="{99335B9E-E3DA-4C06-80D5-EF92161F741D}" srcId="{E9682B4F-0217-4B50-923E-C104AA24290F}" destId="{E8AD2AA1-1DA4-4CE5-821B-B184EFF4876E}" srcOrd="2" destOrd="0" parTransId="{8205C6CE-A059-497C-A50F-985A09998CD3}" sibTransId="{5001A104-A4D4-438C-84B2-B19F8CC41581}"/>
    <dgm:cxn modelId="{825BC9D8-F515-4FBF-8CF8-23CD32968E1D}" type="presOf" srcId="{0DD8915E-DC14-41D6-9BB5-F49E1C265163}" destId="{E4B4F7C4-5024-45F0-9FD7-C5068A1AE6C4}" srcOrd="0" destOrd="0" presId="urn:microsoft.com/office/officeart/2016/7/layout/HorizontalActionList"/>
    <dgm:cxn modelId="{C54EA6C2-0E6B-42D8-9A4A-4456127A91A8}" type="presOf" srcId="{A2322D3A-7AC2-4C5C-9D7E-EAB2313D47D4}" destId="{59606EB9-9F10-4D12-A33F-A242FDCC0D0F}" srcOrd="0" destOrd="0" presId="urn:microsoft.com/office/officeart/2016/7/layout/HorizontalActionList"/>
    <dgm:cxn modelId="{55FBA344-3F43-4509-AFAD-FA11BD8CB00D}" srcId="{E9682B4F-0217-4B50-923E-C104AA24290F}" destId="{D16A8979-7F3E-4A62-BEAD-7E143F51357D}" srcOrd="3" destOrd="0" parTransId="{D29A2F2B-7D3B-4B02-A9EB-D6F1C588FE4A}" sibTransId="{1D51DCD5-DD63-49A5-836F-0A9BC53C1D63}"/>
    <dgm:cxn modelId="{711E093C-AD42-45A4-8D40-A2D39702062E}" srcId="{A2322D3A-7AC2-4C5C-9D7E-EAB2313D47D4}" destId="{8FE81FEC-2664-411F-AEB3-065F29F52751}" srcOrd="0" destOrd="0" parTransId="{BCBC007E-0269-421B-9C41-DE26D5C3A822}" sibTransId="{80230EB7-7230-4881-A631-309C07417378}"/>
    <dgm:cxn modelId="{E9D2B9D9-3B26-471C-AF45-E02D1C258CD3}" type="presParOf" srcId="{E4B4F7C4-5024-45F0-9FD7-C5068A1AE6C4}" destId="{473E2436-1BC1-4A6C-8568-5C38418F52D1}" srcOrd="0" destOrd="0" presId="urn:microsoft.com/office/officeart/2016/7/layout/HorizontalActionList"/>
    <dgm:cxn modelId="{A151C920-5872-4C88-8534-922E9C800B9B}" type="presParOf" srcId="{473E2436-1BC1-4A6C-8568-5C38418F52D1}" destId="{BDBD7220-3F85-45D2-BED6-5BBFBC23EAE3}" srcOrd="0" destOrd="0" presId="urn:microsoft.com/office/officeart/2016/7/layout/HorizontalActionList"/>
    <dgm:cxn modelId="{45373909-AB37-4D9A-936C-DC8447BC111D}" type="presParOf" srcId="{473E2436-1BC1-4A6C-8568-5C38418F52D1}" destId="{22359DD7-1BFB-4900-BAE6-6084F2F57988}" srcOrd="1" destOrd="0" presId="urn:microsoft.com/office/officeart/2016/7/layout/HorizontalActionList"/>
    <dgm:cxn modelId="{CFC7E7C1-85BC-47FC-BC11-D0BACA8440B9}" type="presParOf" srcId="{E4B4F7C4-5024-45F0-9FD7-C5068A1AE6C4}" destId="{38C65349-0C40-499F-9765-B6F38C2DC3C3}" srcOrd="1" destOrd="0" presId="urn:microsoft.com/office/officeart/2016/7/layout/HorizontalActionList"/>
    <dgm:cxn modelId="{86FF1107-69E9-4310-A0D8-2BF61292A72B}" type="presParOf" srcId="{E4B4F7C4-5024-45F0-9FD7-C5068A1AE6C4}" destId="{C6650FDC-3601-45F5-9125-6E3F90A53F8A}" srcOrd="2" destOrd="0" presId="urn:microsoft.com/office/officeart/2016/7/layout/HorizontalActionList"/>
    <dgm:cxn modelId="{1C7F1C64-2F3D-4695-A56C-92B1B848B0C2}" type="presParOf" srcId="{C6650FDC-3601-45F5-9125-6E3F90A53F8A}" destId="{C4F84DEA-2002-4D32-8E80-70EEE05E345A}" srcOrd="0" destOrd="0" presId="urn:microsoft.com/office/officeart/2016/7/layout/HorizontalActionList"/>
    <dgm:cxn modelId="{DC59A3FF-666D-48A7-B3BE-98A9F829402D}" type="presParOf" srcId="{C6650FDC-3601-45F5-9125-6E3F90A53F8A}" destId="{4FEB85EB-D046-4CDB-8A62-BBCE260C4490}" srcOrd="1" destOrd="0" presId="urn:microsoft.com/office/officeart/2016/7/layout/HorizontalActionList"/>
    <dgm:cxn modelId="{AAE65B9C-F662-4FAA-8FDB-82E7FB86BB24}" type="presParOf" srcId="{E4B4F7C4-5024-45F0-9FD7-C5068A1AE6C4}" destId="{40F59683-723F-44D1-8379-95635EED1AA8}" srcOrd="3" destOrd="0" presId="urn:microsoft.com/office/officeart/2016/7/layout/HorizontalActionList"/>
    <dgm:cxn modelId="{F5BE37E3-59D0-4D56-B08C-9B1D93695802}" type="presParOf" srcId="{E4B4F7C4-5024-45F0-9FD7-C5068A1AE6C4}" destId="{BB2E4F65-C461-40C3-BC82-6A29AA851F44}" srcOrd="4" destOrd="0" presId="urn:microsoft.com/office/officeart/2016/7/layout/HorizontalActionList"/>
    <dgm:cxn modelId="{1FC3B8DB-8632-4AA8-99E5-4F0C12504130}" type="presParOf" srcId="{BB2E4F65-C461-40C3-BC82-6A29AA851F44}" destId="{49B7F8FA-D256-41EF-9327-52A3551D9A60}" srcOrd="0" destOrd="0" presId="urn:microsoft.com/office/officeart/2016/7/layout/HorizontalActionList"/>
    <dgm:cxn modelId="{03A1CBF9-FFCE-4B8C-9850-8B297556CCF4}" type="presParOf" srcId="{BB2E4F65-C461-40C3-BC82-6A29AA851F44}" destId="{6B5FE59C-B471-448A-AA7A-B526DCC4D4CA}" srcOrd="1" destOrd="0" presId="urn:microsoft.com/office/officeart/2016/7/layout/HorizontalActionList"/>
    <dgm:cxn modelId="{BAB9C1C4-8A05-4AE7-B42E-55875981524E}" type="presParOf" srcId="{E4B4F7C4-5024-45F0-9FD7-C5068A1AE6C4}" destId="{A91542D9-4FB3-4302-AD03-3D6EF82E6748}" srcOrd="5" destOrd="0" presId="urn:microsoft.com/office/officeart/2016/7/layout/HorizontalActionList"/>
    <dgm:cxn modelId="{F7DEAAC8-FCAD-4F6B-92BD-91B8342F3277}" type="presParOf" srcId="{E4B4F7C4-5024-45F0-9FD7-C5068A1AE6C4}" destId="{1A7C3045-2DAF-4A19-82DB-79436B2E4575}" srcOrd="6" destOrd="0" presId="urn:microsoft.com/office/officeart/2016/7/layout/HorizontalActionList"/>
    <dgm:cxn modelId="{13555CA3-20BE-41F8-BD09-0BA8CEE1C702}" type="presParOf" srcId="{1A7C3045-2DAF-4A19-82DB-79436B2E4575}" destId="{4132ECB1-6BEF-4935-AFA3-B2EAA48FDE7E}" srcOrd="0" destOrd="0" presId="urn:microsoft.com/office/officeart/2016/7/layout/HorizontalActionList"/>
    <dgm:cxn modelId="{0848E8B2-6BD5-4CB6-B7E0-F8F1B1F78E2F}" type="presParOf" srcId="{1A7C3045-2DAF-4A19-82DB-79436B2E4575}" destId="{C42A8BDE-B838-475D-AFDE-17B60D744AB6}" srcOrd="1" destOrd="0" presId="urn:microsoft.com/office/officeart/2016/7/layout/HorizontalActionList"/>
    <dgm:cxn modelId="{FD5AD2F1-E5D1-4359-99EB-D3225676DF7F}" type="presParOf" srcId="{E4B4F7C4-5024-45F0-9FD7-C5068A1AE6C4}" destId="{D0DC94A3-770A-4810-A89A-7DB7918862F6}" srcOrd="7" destOrd="0" presId="urn:microsoft.com/office/officeart/2016/7/layout/HorizontalActionList"/>
    <dgm:cxn modelId="{2608DA2F-9259-4A20-98D1-9A5F5780B66F}" type="presParOf" srcId="{E4B4F7C4-5024-45F0-9FD7-C5068A1AE6C4}" destId="{647B2244-AC3A-441A-A6FB-6136FA04F429}" srcOrd="8" destOrd="0" presId="urn:microsoft.com/office/officeart/2016/7/layout/HorizontalActionList"/>
    <dgm:cxn modelId="{F55613FD-292F-4CCF-A44A-E9FC24D70E0E}" type="presParOf" srcId="{647B2244-AC3A-441A-A6FB-6136FA04F429}" destId="{59606EB9-9F10-4D12-A33F-A242FDCC0D0F}" srcOrd="0" destOrd="0" presId="urn:microsoft.com/office/officeart/2016/7/layout/HorizontalActionList"/>
    <dgm:cxn modelId="{7B4FE576-C66F-4D92-B6AC-DA1D068316E4}" type="presParOf" srcId="{647B2244-AC3A-441A-A6FB-6136FA04F429}" destId="{C8429E68-36DD-4F6A-A2F4-7CCDADCEFAD1}" srcOrd="1" destOrd="0" presId="urn:microsoft.com/office/officeart/2016/7/layout/Horizontal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DBD7220-3F85-45D2-BED6-5BBFBC23EAE3}">
      <dsp:nvSpPr>
        <dsp:cNvPr id="0" name=""/>
        <dsp:cNvSpPr/>
      </dsp:nvSpPr>
      <dsp:spPr>
        <a:xfrm>
          <a:off x="12093" y="0"/>
          <a:ext cx="2180716" cy="654214"/>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325" tIns="172325" rIns="172325" bIns="172325" numCol="1" spcCol="1270" anchor="ctr" anchorCtr="0">
          <a:noAutofit/>
        </a:bodyPr>
        <a:lstStyle/>
        <a:p>
          <a:pPr lvl="0" algn="ctr" defTabSz="889000" rtl="0">
            <a:lnSpc>
              <a:spcPct val="90000"/>
            </a:lnSpc>
            <a:spcBef>
              <a:spcPct val="0"/>
            </a:spcBef>
            <a:spcAft>
              <a:spcPct val="35000"/>
            </a:spcAft>
          </a:pPr>
          <a:r>
            <a:rPr lang="en-US" sz="2000" kern="1200" dirty="0">
              <a:latin typeface="Baskerville Old Face" panose="02020602080505020303" pitchFamily="18" charset="77"/>
              <a:ea typeface="Baskerville" panose="02020502070401020303" pitchFamily="18" charset="0"/>
            </a:rPr>
            <a:t>ELITE</a:t>
          </a:r>
        </a:p>
      </dsp:txBody>
      <dsp:txXfrm>
        <a:off x="12093" y="0"/>
        <a:ext cx="2180716" cy="654214"/>
      </dsp:txXfrm>
    </dsp:sp>
    <dsp:sp modelId="{22359DD7-1BFB-4900-BAE6-6084F2F57988}">
      <dsp:nvSpPr>
        <dsp:cNvPr id="0" name=""/>
        <dsp:cNvSpPr/>
      </dsp:nvSpPr>
      <dsp:spPr>
        <a:xfrm>
          <a:off x="0" y="615511"/>
          <a:ext cx="2180716" cy="3810494"/>
        </a:xfrm>
        <a:prstGeom prst="rect">
          <a:avLst/>
        </a:prstGeom>
        <a:solidFill>
          <a:schemeClr val="bg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406" tIns="215406" rIns="215406" bIns="215406" numCol="1" spcCol="1270" anchor="t" anchorCtr="0">
          <a:noAutofit/>
        </a:bodyPr>
        <a:lstStyle/>
        <a:p>
          <a:pPr lvl="0" algn="l" defTabSz="711200">
            <a:lnSpc>
              <a:spcPct val="90000"/>
            </a:lnSpc>
            <a:spcBef>
              <a:spcPct val="0"/>
            </a:spcBef>
            <a:spcAft>
              <a:spcPct val="35000"/>
            </a:spcAft>
          </a:pPr>
          <a:r>
            <a:rPr lang="en-US" sz="1600" b="0" i="0" kern="1200" dirty="0"/>
            <a:t>Hair And Make Up</a:t>
          </a:r>
        </a:p>
        <a:p>
          <a:pPr lvl="0" algn="l" defTabSz="711200">
            <a:lnSpc>
              <a:spcPct val="90000"/>
            </a:lnSpc>
            <a:spcBef>
              <a:spcPct val="0"/>
            </a:spcBef>
            <a:spcAft>
              <a:spcPct val="35000"/>
            </a:spcAft>
          </a:pPr>
          <a:r>
            <a:rPr lang="en-US" sz="1600" b="0" i="0" kern="1200" dirty="0"/>
            <a:t>Appetizers and Meal Service</a:t>
          </a:r>
        </a:p>
        <a:p>
          <a:pPr lvl="0" algn="l" defTabSz="711200">
            <a:lnSpc>
              <a:spcPct val="90000"/>
            </a:lnSpc>
            <a:spcBef>
              <a:spcPct val="0"/>
            </a:spcBef>
            <a:spcAft>
              <a:spcPct val="35000"/>
            </a:spcAft>
          </a:pPr>
          <a:r>
            <a:rPr lang="en-US" sz="1600" b="0" i="0" kern="1200" dirty="0"/>
            <a:t>Wedding Cake</a:t>
          </a:r>
        </a:p>
        <a:p>
          <a:pPr lvl="0" algn="l" defTabSz="711200">
            <a:lnSpc>
              <a:spcPct val="90000"/>
            </a:lnSpc>
            <a:spcBef>
              <a:spcPct val="0"/>
            </a:spcBef>
            <a:spcAft>
              <a:spcPct val="35000"/>
            </a:spcAft>
          </a:pPr>
          <a:r>
            <a:rPr lang="en-US" sz="1600" b="0" i="0" kern="1200" dirty="0"/>
            <a:t>Photographer</a:t>
          </a:r>
        </a:p>
        <a:p>
          <a:pPr lvl="0" algn="l" defTabSz="711200">
            <a:lnSpc>
              <a:spcPct val="90000"/>
            </a:lnSpc>
            <a:spcBef>
              <a:spcPct val="0"/>
            </a:spcBef>
            <a:spcAft>
              <a:spcPct val="35000"/>
            </a:spcAft>
          </a:pPr>
          <a:r>
            <a:rPr lang="en-US" sz="1600" b="0" i="0" kern="1200" dirty="0"/>
            <a:t>Bar Service</a:t>
          </a:r>
        </a:p>
        <a:p>
          <a:pPr lvl="0" algn="l" defTabSz="711200">
            <a:lnSpc>
              <a:spcPct val="90000"/>
            </a:lnSpc>
            <a:spcBef>
              <a:spcPct val="0"/>
            </a:spcBef>
            <a:spcAft>
              <a:spcPct val="35000"/>
            </a:spcAft>
          </a:pPr>
          <a:r>
            <a:rPr lang="en-US" sz="1600" b="0" i="0" kern="1200" dirty="0"/>
            <a:t>Reception Décor</a:t>
          </a:r>
        </a:p>
        <a:p>
          <a:pPr lvl="0" algn="l" defTabSz="711200">
            <a:lnSpc>
              <a:spcPct val="90000"/>
            </a:lnSpc>
            <a:spcBef>
              <a:spcPct val="0"/>
            </a:spcBef>
            <a:spcAft>
              <a:spcPct val="35000"/>
            </a:spcAft>
          </a:pPr>
          <a:r>
            <a:rPr lang="en-US" sz="1600" b="0" i="0" kern="1200" dirty="0"/>
            <a:t>DJ &amp; MC Services</a:t>
          </a:r>
        </a:p>
        <a:p>
          <a:pPr lvl="0" algn="l" defTabSz="711200">
            <a:lnSpc>
              <a:spcPct val="90000"/>
            </a:lnSpc>
            <a:spcBef>
              <a:spcPct val="0"/>
            </a:spcBef>
            <a:spcAft>
              <a:spcPct val="35000"/>
            </a:spcAft>
          </a:pPr>
          <a:r>
            <a:rPr lang="en-US" sz="1600" kern="1200" dirty="0">
              <a:latin typeface="+mn-lt"/>
            </a:rPr>
            <a:t>Invitations &amp; Accessories</a:t>
          </a:r>
        </a:p>
        <a:p>
          <a:pPr lvl="0" algn="l" defTabSz="711200">
            <a:lnSpc>
              <a:spcPct val="90000"/>
            </a:lnSpc>
            <a:spcBef>
              <a:spcPct val="0"/>
            </a:spcBef>
            <a:spcAft>
              <a:spcPct val="35000"/>
            </a:spcAft>
          </a:pPr>
          <a:r>
            <a:rPr lang="en-US" sz="1600" b="0" i="0" kern="1200" dirty="0"/>
            <a:t>Photobooth</a:t>
          </a:r>
          <a:endParaRPr lang="en-US" sz="1600" b="0" i="0" kern="1200" dirty="0">
            <a:solidFill>
              <a:schemeClr val="accent3"/>
            </a:solidFill>
            <a:latin typeface="Gill Sans Nova Light" panose="020B0302020104020203" pitchFamily="34" charset="0"/>
            <a:cs typeface="Gill Sans Light" panose="020B0302020104020203" pitchFamily="34" charset="-79"/>
          </a:endParaRPr>
        </a:p>
      </dsp:txBody>
      <dsp:txXfrm>
        <a:off x="0" y="615511"/>
        <a:ext cx="2180716" cy="3810494"/>
      </dsp:txXfrm>
    </dsp:sp>
    <dsp:sp modelId="{C4F84DEA-2002-4D32-8E80-70EEE05E345A}">
      <dsp:nvSpPr>
        <dsp:cNvPr id="0" name=""/>
        <dsp:cNvSpPr/>
      </dsp:nvSpPr>
      <dsp:spPr>
        <a:xfrm>
          <a:off x="2245033" y="0"/>
          <a:ext cx="2180716" cy="654214"/>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325" tIns="172325" rIns="172325" bIns="172325" numCol="1" spcCol="1270" anchor="ctr" anchorCtr="0">
          <a:noAutofit/>
        </a:bodyPr>
        <a:lstStyle/>
        <a:p>
          <a:pPr lvl="0" algn="ctr" defTabSz="889000">
            <a:lnSpc>
              <a:spcPct val="90000"/>
            </a:lnSpc>
            <a:spcBef>
              <a:spcPct val="0"/>
            </a:spcBef>
            <a:spcAft>
              <a:spcPct val="35000"/>
            </a:spcAft>
          </a:pPr>
          <a:r>
            <a:rPr lang="en-US" sz="2000" kern="1200" dirty="0">
              <a:latin typeface="Baskerville Old Face" panose="02020602080505020303" pitchFamily="18" charset="77"/>
              <a:ea typeface="Baskerville" panose="02020502070401020303" pitchFamily="18" charset="0"/>
            </a:rPr>
            <a:t>GOLD</a:t>
          </a:r>
        </a:p>
      </dsp:txBody>
      <dsp:txXfrm>
        <a:off x="2245033" y="0"/>
        <a:ext cx="2180716" cy="654214"/>
      </dsp:txXfrm>
    </dsp:sp>
    <dsp:sp modelId="{4FEB85EB-D046-4CDB-8A62-BBCE260C4490}">
      <dsp:nvSpPr>
        <dsp:cNvPr id="0" name=""/>
        <dsp:cNvSpPr/>
      </dsp:nvSpPr>
      <dsp:spPr>
        <a:xfrm>
          <a:off x="2245011" y="735669"/>
          <a:ext cx="2180716" cy="3377271"/>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406" tIns="215406" rIns="215406" bIns="215406" numCol="1" spcCol="1270" anchor="t" anchorCtr="0">
          <a:noAutofit/>
        </a:bodyPr>
        <a:lstStyle/>
        <a:p>
          <a:pPr lvl="0" algn="l" defTabSz="711200">
            <a:lnSpc>
              <a:spcPct val="90000"/>
            </a:lnSpc>
            <a:spcBef>
              <a:spcPct val="0"/>
            </a:spcBef>
            <a:spcAft>
              <a:spcPct val="35000"/>
            </a:spcAft>
          </a:pPr>
          <a:r>
            <a:rPr lang="en-US" sz="1600" b="0" i="0" kern="1200" dirty="0"/>
            <a:t>Appetizers and Meal Service</a:t>
          </a:r>
        </a:p>
        <a:p>
          <a:pPr lvl="0" algn="l" defTabSz="711200">
            <a:lnSpc>
              <a:spcPct val="90000"/>
            </a:lnSpc>
            <a:spcBef>
              <a:spcPct val="0"/>
            </a:spcBef>
            <a:spcAft>
              <a:spcPct val="35000"/>
            </a:spcAft>
          </a:pPr>
          <a:r>
            <a:rPr lang="en-US" sz="1600" b="0" i="0" kern="1200" dirty="0"/>
            <a:t>Hair And Make Up</a:t>
          </a:r>
        </a:p>
        <a:p>
          <a:pPr lvl="0" algn="l" defTabSz="711200">
            <a:lnSpc>
              <a:spcPct val="90000"/>
            </a:lnSpc>
            <a:spcBef>
              <a:spcPct val="0"/>
            </a:spcBef>
            <a:spcAft>
              <a:spcPct val="35000"/>
            </a:spcAft>
          </a:pPr>
          <a:r>
            <a:rPr lang="en-US" sz="1600" b="0" i="0" kern="1200" dirty="0"/>
            <a:t>Wedding Cake</a:t>
          </a:r>
        </a:p>
        <a:p>
          <a:pPr lvl="0" algn="l" defTabSz="711200">
            <a:lnSpc>
              <a:spcPct val="90000"/>
            </a:lnSpc>
            <a:spcBef>
              <a:spcPct val="0"/>
            </a:spcBef>
            <a:spcAft>
              <a:spcPct val="35000"/>
            </a:spcAft>
          </a:pPr>
          <a:r>
            <a:rPr lang="en-US" sz="1600" b="0" i="0" kern="1200" dirty="0"/>
            <a:t>Photographer</a:t>
          </a:r>
        </a:p>
        <a:p>
          <a:pPr lvl="0" algn="l" defTabSz="711200">
            <a:lnSpc>
              <a:spcPct val="90000"/>
            </a:lnSpc>
            <a:spcBef>
              <a:spcPct val="0"/>
            </a:spcBef>
            <a:spcAft>
              <a:spcPct val="35000"/>
            </a:spcAft>
          </a:pPr>
          <a:r>
            <a:rPr lang="en-US" sz="1600" b="0" i="0" kern="1200" dirty="0"/>
            <a:t>Bar Service</a:t>
          </a:r>
        </a:p>
        <a:p>
          <a:pPr lvl="0" algn="l" defTabSz="711200">
            <a:lnSpc>
              <a:spcPct val="90000"/>
            </a:lnSpc>
            <a:spcBef>
              <a:spcPct val="0"/>
            </a:spcBef>
            <a:spcAft>
              <a:spcPct val="35000"/>
            </a:spcAft>
          </a:pPr>
          <a:r>
            <a:rPr lang="en-US" sz="1600" b="0" i="0" kern="1200" dirty="0"/>
            <a:t>Reception Décor</a:t>
          </a:r>
        </a:p>
        <a:p>
          <a:pPr lvl="0" algn="l" defTabSz="711200">
            <a:lnSpc>
              <a:spcPct val="90000"/>
            </a:lnSpc>
            <a:spcBef>
              <a:spcPct val="0"/>
            </a:spcBef>
            <a:spcAft>
              <a:spcPct val="35000"/>
            </a:spcAft>
          </a:pPr>
          <a:r>
            <a:rPr lang="en-US" sz="1600" b="0" i="0" kern="1200" dirty="0"/>
            <a:t>DJ &amp; MC Services</a:t>
          </a:r>
        </a:p>
        <a:p>
          <a:pPr lvl="0" algn="l" defTabSz="711200">
            <a:lnSpc>
              <a:spcPct val="90000"/>
            </a:lnSpc>
            <a:spcBef>
              <a:spcPct val="0"/>
            </a:spcBef>
            <a:spcAft>
              <a:spcPct val="35000"/>
            </a:spcAft>
          </a:pPr>
          <a:r>
            <a:rPr lang="en-US" sz="1600" kern="1200" dirty="0">
              <a:latin typeface="+mn-lt"/>
            </a:rPr>
            <a:t>Invitations &amp; Accessories</a:t>
          </a:r>
          <a:endParaRPr lang="en-US" sz="1600" b="0" i="0" kern="1200" dirty="0"/>
        </a:p>
        <a:p>
          <a:pPr lvl="0" algn="l" defTabSz="711200">
            <a:lnSpc>
              <a:spcPct val="90000"/>
            </a:lnSpc>
            <a:spcBef>
              <a:spcPct val="0"/>
            </a:spcBef>
            <a:spcAft>
              <a:spcPct val="35000"/>
            </a:spcAft>
          </a:pPr>
          <a:endParaRPr lang="en-US" sz="1600" b="0" i="0" kern="1200" dirty="0">
            <a:solidFill>
              <a:schemeClr val="accent3"/>
            </a:solidFill>
            <a:latin typeface="Gill Sans Nova Light" panose="020B0302020104020203" pitchFamily="34" charset="0"/>
            <a:cs typeface="Gill Sans Light" panose="020B0302020104020203" pitchFamily="34" charset="-79"/>
          </a:endParaRPr>
        </a:p>
      </dsp:txBody>
      <dsp:txXfrm>
        <a:off x="2245011" y="735669"/>
        <a:ext cx="2180716" cy="3377271"/>
      </dsp:txXfrm>
    </dsp:sp>
    <dsp:sp modelId="{49B7F8FA-D256-41EF-9327-52A3551D9A60}">
      <dsp:nvSpPr>
        <dsp:cNvPr id="0" name=""/>
        <dsp:cNvSpPr/>
      </dsp:nvSpPr>
      <dsp:spPr>
        <a:xfrm>
          <a:off x="4624638" y="0"/>
          <a:ext cx="2180716" cy="654214"/>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325" tIns="172325" rIns="172325" bIns="172325" numCol="1" spcCol="1270" anchor="ctr" anchorCtr="0">
          <a:noAutofit/>
        </a:bodyPr>
        <a:lstStyle/>
        <a:p>
          <a:pPr lvl="0" algn="ctr" defTabSz="889000">
            <a:lnSpc>
              <a:spcPct val="90000"/>
            </a:lnSpc>
            <a:spcBef>
              <a:spcPct val="0"/>
            </a:spcBef>
            <a:spcAft>
              <a:spcPct val="35000"/>
            </a:spcAft>
          </a:pPr>
          <a:r>
            <a:rPr lang="en-US" sz="2000" kern="1200" dirty="0">
              <a:latin typeface="Baskerville Old Face" panose="02020602080505020303" pitchFamily="18" charset="77"/>
              <a:ea typeface="Baskerville" panose="02020502070401020303" pitchFamily="18" charset="0"/>
            </a:rPr>
            <a:t>PRIMIER</a:t>
          </a:r>
        </a:p>
      </dsp:txBody>
      <dsp:txXfrm>
        <a:off x="4624638" y="0"/>
        <a:ext cx="2180716" cy="654214"/>
      </dsp:txXfrm>
    </dsp:sp>
    <dsp:sp modelId="{6B5FE59C-B471-448A-AA7A-B526DCC4D4CA}">
      <dsp:nvSpPr>
        <dsp:cNvPr id="0" name=""/>
        <dsp:cNvSpPr/>
      </dsp:nvSpPr>
      <dsp:spPr>
        <a:xfrm>
          <a:off x="4589103" y="933810"/>
          <a:ext cx="2251785" cy="3190601"/>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406" tIns="215406" rIns="215406" bIns="215406" numCol="1" spcCol="1270" anchor="t" anchorCtr="0">
          <a:noAutofit/>
        </a:bodyPr>
        <a:lstStyle/>
        <a:p>
          <a:pPr lvl="0" algn="l" defTabSz="711200">
            <a:lnSpc>
              <a:spcPct val="90000"/>
            </a:lnSpc>
            <a:spcBef>
              <a:spcPct val="0"/>
            </a:spcBef>
            <a:spcAft>
              <a:spcPct val="35000"/>
            </a:spcAft>
          </a:pPr>
          <a:r>
            <a:rPr lang="en-US" sz="1600" kern="1200" dirty="0">
              <a:latin typeface="+mn-lt"/>
            </a:rPr>
            <a:t>Hair And Make Up</a:t>
          </a:r>
          <a:endParaRPr lang="en-US" sz="1600" kern="1200" dirty="0"/>
        </a:p>
        <a:p>
          <a:pPr lvl="0" algn="l" defTabSz="711200">
            <a:lnSpc>
              <a:spcPct val="90000"/>
            </a:lnSpc>
            <a:spcBef>
              <a:spcPct val="0"/>
            </a:spcBef>
            <a:spcAft>
              <a:spcPct val="35000"/>
            </a:spcAft>
          </a:pPr>
          <a:r>
            <a:rPr lang="en-US" sz="1600" kern="1200" dirty="0">
              <a:latin typeface="+mn-lt"/>
            </a:rPr>
            <a:t>Appetizers and Meal Services</a:t>
          </a:r>
        </a:p>
        <a:p>
          <a:pPr lvl="0" algn="l" defTabSz="711200">
            <a:lnSpc>
              <a:spcPct val="90000"/>
            </a:lnSpc>
            <a:spcBef>
              <a:spcPct val="0"/>
            </a:spcBef>
            <a:spcAft>
              <a:spcPct val="35000"/>
            </a:spcAft>
          </a:pPr>
          <a:r>
            <a:rPr lang="en-US" sz="1600" kern="1200" dirty="0">
              <a:latin typeface="+mn-lt"/>
            </a:rPr>
            <a:t>Invitations &amp; Accessories</a:t>
          </a:r>
        </a:p>
        <a:p>
          <a:pPr lvl="0" algn="l" defTabSz="711200">
            <a:lnSpc>
              <a:spcPct val="90000"/>
            </a:lnSpc>
            <a:spcBef>
              <a:spcPct val="0"/>
            </a:spcBef>
            <a:spcAft>
              <a:spcPct val="35000"/>
            </a:spcAft>
          </a:pPr>
          <a:r>
            <a:rPr lang="en-US" sz="1600" kern="1200" dirty="0">
              <a:latin typeface="+mn-lt"/>
            </a:rPr>
            <a:t>DJ &amp; MC Services</a:t>
          </a:r>
        </a:p>
        <a:p>
          <a:pPr lvl="0" algn="l" defTabSz="711200">
            <a:lnSpc>
              <a:spcPct val="90000"/>
            </a:lnSpc>
            <a:spcBef>
              <a:spcPct val="0"/>
            </a:spcBef>
            <a:spcAft>
              <a:spcPct val="35000"/>
            </a:spcAft>
          </a:pPr>
          <a:r>
            <a:rPr lang="en-US" sz="1600" kern="1200" dirty="0">
              <a:latin typeface="+mn-lt"/>
            </a:rPr>
            <a:t>Wedding Cake</a:t>
          </a:r>
        </a:p>
      </dsp:txBody>
      <dsp:txXfrm>
        <a:off x="4589103" y="933810"/>
        <a:ext cx="2251785" cy="3190601"/>
      </dsp:txXfrm>
    </dsp:sp>
    <dsp:sp modelId="{4132ECB1-6BEF-4935-AFA3-B2EAA48FDE7E}">
      <dsp:nvSpPr>
        <dsp:cNvPr id="0" name=""/>
        <dsp:cNvSpPr/>
      </dsp:nvSpPr>
      <dsp:spPr>
        <a:xfrm>
          <a:off x="6930164" y="0"/>
          <a:ext cx="2180716" cy="654214"/>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325" tIns="172325" rIns="172325" bIns="172325" numCol="1" spcCol="1270" anchor="ctr" anchorCtr="0">
          <a:noAutofit/>
        </a:bodyPr>
        <a:lstStyle/>
        <a:p>
          <a:pPr lvl="0" algn="ctr" defTabSz="889000">
            <a:lnSpc>
              <a:spcPct val="90000"/>
            </a:lnSpc>
            <a:spcBef>
              <a:spcPct val="0"/>
            </a:spcBef>
            <a:spcAft>
              <a:spcPct val="35000"/>
            </a:spcAft>
          </a:pPr>
          <a:r>
            <a:rPr lang="en-US" sz="2000" kern="1200" dirty="0">
              <a:latin typeface="Baskerville Old Face" panose="02020602080505020303" pitchFamily="18" charset="77"/>
              <a:ea typeface="Baskerville" panose="02020502070401020303" pitchFamily="18" charset="0"/>
            </a:rPr>
            <a:t>ELEGANT</a:t>
          </a:r>
        </a:p>
      </dsp:txBody>
      <dsp:txXfrm>
        <a:off x="6930164" y="0"/>
        <a:ext cx="2180716" cy="654214"/>
      </dsp:txXfrm>
    </dsp:sp>
    <dsp:sp modelId="{C42A8BDE-B838-475D-AFDE-17B60D744AB6}">
      <dsp:nvSpPr>
        <dsp:cNvPr id="0" name=""/>
        <dsp:cNvSpPr/>
      </dsp:nvSpPr>
      <dsp:spPr>
        <a:xfrm>
          <a:off x="6967214" y="653138"/>
          <a:ext cx="2180716" cy="3676876"/>
        </a:xfrm>
        <a:prstGeom prst="rect">
          <a:avLst/>
        </a:prstGeom>
        <a:solidFill>
          <a:schemeClr val="bg1">
            <a:lumMod val="95000"/>
            <a:alpha val="9000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406" tIns="215406" rIns="215406" bIns="215406" numCol="1" spcCol="1270" anchor="t" anchorCtr="0">
          <a:noAutofit/>
        </a:bodyPr>
        <a:lstStyle/>
        <a:p>
          <a:pPr lvl="0" algn="l" defTabSz="711200">
            <a:lnSpc>
              <a:spcPct val="90000"/>
            </a:lnSpc>
            <a:spcBef>
              <a:spcPct val="0"/>
            </a:spcBef>
            <a:spcAft>
              <a:spcPct val="35000"/>
            </a:spcAft>
            <a:buFont typeface="Arial" panose="020B0604020202020204" pitchFamily="34" charset="0"/>
            <a:buChar char="•"/>
          </a:pPr>
          <a:r>
            <a:rPr lang="en-US" sz="1600" b="0" i="0" kern="1200" dirty="0">
              <a:latin typeface="+mn-lt"/>
            </a:rPr>
            <a:t>Hair and Make Up</a:t>
          </a:r>
          <a:endParaRPr lang="en-US" sz="1600" b="0" i="0" kern="1200" dirty="0">
            <a:solidFill>
              <a:schemeClr val="accent3"/>
            </a:solidFill>
            <a:latin typeface="+mn-lt"/>
            <a:cs typeface="Gill Sans Light" panose="020B0302020104020203" pitchFamily="34" charset="-79"/>
          </a:endParaRPr>
        </a:p>
        <a:p>
          <a:pPr lvl="0" algn="l" defTabSz="711200">
            <a:lnSpc>
              <a:spcPct val="90000"/>
            </a:lnSpc>
            <a:spcBef>
              <a:spcPct val="0"/>
            </a:spcBef>
            <a:spcAft>
              <a:spcPct val="35000"/>
            </a:spcAft>
            <a:buFont typeface="Arial" panose="020B0604020202020204" pitchFamily="34" charset="0"/>
            <a:buChar char="•"/>
          </a:pPr>
          <a:r>
            <a:rPr lang="en-US" sz="1600" b="0" i="0" kern="1200" dirty="0">
              <a:latin typeface="+mn-lt"/>
            </a:rPr>
            <a:t>Photographer</a:t>
          </a:r>
        </a:p>
        <a:p>
          <a:pPr lvl="0" algn="l" defTabSz="711200">
            <a:lnSpc>
              <a:spcPct val="90000"/>
            </a:lnSpc>
            <a:spcBef>
              <a:spcPct val="0"/>
            </a:spcBef>
            <a:spcAft>
              <a:spcPct val="35000"/>
            </a:spcAft>
            <a:buFont typeface="Arial" panose="020B0604020202020204" pitchFamily="34" charset="0"/>
            <a:buChar char="•"/>
          </a:pPr>
          <a:r>
            <a:rPr lang="en-US" sz="1600" b="0" i="0" kern="1200" dirty="0">
              <a:latin typeface="+mn-lt"/>
            </a:rPr>
            <a:t>Appetizers</a:t>
          </a:r>
        </a:p>
        <a:p>
          <a:pPr lvl="0" algn="l" defTabSz="711200">
            <a:lnSpc>
              <a:spcPct val="90000"/>
            </a:lnSpc>
            <a:spcBef>
              <a:spcPct val="0"/>
            </a:spcBef>
            <a:spcAft>
              <a:spcPct val="35000"/>
            </a:spcAft>
            <a:buFont typeface="Arial" panose="020B0604020202020204" pitchFamily="34" charset="0"/>
            <a:buChar char="•"/>
          </a:pPr>
          <a:r>
            <a:rPr lang="en-US" sz="1600" b="0" i="0" u="none" kern="1200" dirty="0">
              <a:latin typeface="+mn-lt"/>
            </a:rPr>
            <a:t>Decorations</a:t>
          </a:r>
        </a:p>
      </dsp:txBody>
      <dsp:txXfrm>
        <a:off x="6967214" y="653138"/>
        <a:ext cx="2180716" cy="3676876"/>
      </dsp:txXfrm>
    </dsp:sp>
    <dsp:sp modelId="{59606EB9-9F10-4D12-A33F-A242FDCC0D0F}">
      <dsp:nvSpPr>
        <dsp:cNvPr id="0" name=""/>
        <dsp:cNvSpPr/>
      </dsp:nvSpPr>
      <dsp:spPr>
        <a:xfrm>
          <a:off x="9243704" y="12704"/>
          <a:ext cx="2180716" cy="654214"/>
        </a:xfrm>
        <a:prstGeom prst="rect">
          <a:avLst/>
        </a:prstGeom>
        <a:solidFill>
          <a:schemeClr val="accent2"/>
        </a:solid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2325" tIns="172325" rIns="172325" bIns="172325" numCol="1" spcCol="1270" anchor="ctr" anchorCtr="0">
          <a:noAutofit/>
        </a:bodyPr>
        <a:lstStyle/>
        <a:p>
          <a:pPr lvl="0" algn="ctr" defTabSz="889000">
            <a:lnSpc>
              <a:spcPct val="90000"/>
            </a:lnSpc>
            <a:spcBef>
              <a:spcPct val="0"/>
            </a:spcBef>
            <a:spcAft>
              <a:spcPct val="35000"/>
            </a:spcAft>
          </a:pPr>
          <a:r>
            <a:rPr lang="en-US" sz="2000" kern="1200" dirty="0">
              <a:latin typeface="Baskerville Old Face" panose="02020602080505020303" pitchFamily="18" charset="77"/>
              <a:ea typeface="Baskerville" panose="02020502070401020303" pitchFamily="18" charset="0"/>
            </a:rPr>
            <a:t>CLASSIC</a:t>
          </a:r>
        </a:p>
      </dsp:txBody>
      <dsp:txXfrm>
        <a:off x="9243704" y="12704"/>
        <a:ext cx="2180716" cy="654214"/>
      </dsp:txXfrm>
    </dsp:sp>
    <dsp:sp modelId="{C8429E68-36DD-4F6A-A2F4-7CCDADCEFAD1}">
      <dsp:nvSpPr>
        <dsp:cNvPr id="0" name=""/>
        <dsp:cNvSpPr/>
      </dsp:nvSpPr>
      <dsp:spPr>
        <a:xfrm>
          <a:off x="9245503" y="750097"/>
          <a:ext cx="2178906" cy="3504275"/>
        </a:xfrm>
        <a:prstGeom prst="rect">
          <a:avLst/>
        </a:prstGeom>
        <a:solidFill>
          <a:schemeClr val="bg1">
            <a:alpha val="90000"/>
          </a:schemeClr>
        </a:solidFill>
        <a:ln w="12700" cap="flat" cmpd="sng" algn="ctr">
          <a:no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15406" tIns="215406" rIns="215406" bIns="215406" numCol="1" spcCol="1270" anchor="t" anchorCtr="0">
          <a:noAutofit/>
        </a:bodyPr>
        <a:lstStyle/>
        <a:p>
          <a:pPr lvl="0" algn="l" defTabSz="711200">
            <a:lnSpc>
              <a:spcPct val="90000"/>
            </a:lnSpc>
            <a:spcBef>
              <a:spcPct val="0"/>
            </a:spcBef>
            <a:spcAft>
              <a:spcPct val="35000"/>
            </a:spcAft>
            <a:buFont typeface="Arial" panose="020B0604020202020204" pitchFamily="34" charset="0"/>
            <a:buChar char="•"/>
          </a:pPr>
          <a:r>
            <a:rPr lang="en-US" sz="1600" b="0" i="0" kern="1200" dirty="0"/>
            <a:t>Hair And Make Up</a:t>
          </a:r>
        </a:p>
        <a:p>
          <a:pPr lvl="0" algn="l" defTabSz="711200">
            <a:lnSpc>
              <a:spcPct val="90000"/>
            </a:lnSpc>
            <a:spcBef>
              <a:spcPct val="0"/>
            </a:spcBef>
            <a:spcAft>
              <a:spcPct val="35000"/>
            </a:spcAft>
            <a:buFont typeface="Arial" panose="020B0604020202020204" pitchFamily="34" charset="0"/>
            <a:buChar char="•"/>
          </a:pPr>
          <a:r>
            <a:rPr lang="en-US" sz="1600" b="0" i="0" kern="1200" dirty="0"/>
            <a:t>Appetizers</a:t>
          </a:r>
        </a:p>
        <a:p>
          <a:pPr lvl="0" algn="l" defTabSz="711200">
            <a:lnSpc>
              <a:spcPct val="90000"/>
            </a:lnSpc>
            <a:spcBef>
              <a:spcPct val="0"/>
            </a:spcBef>
            <a:spcAft>
              <a:spcPct val="35000"/>
            </a:spcAft>
            <a:buFont typeface="Arial" panose="020B0604020202020204" pitchFamily="34" charset="0"/>
            <a:buChar char="•"/>
          </a:pPr>
          <a:r>
            <a:rPr lang="en-US" sz="1600" b="0" i="0" kern="1200" dirty="0"/>
            <a:t>DJ Services</a:t>
          </a:r>
          <a:endParaRPr lang="en-US" sz="1600" b="0" i="0" kern="1200" dirty="0">
            <a:solidFill>
              <a:schemeClr val="accent3"/>
            </a:solidFill>
            <a:latin typeface="Gill Sans Nova Light" panose="020B0302020104020203" pitchFamily="34" charset="0"/>
            <a:cs typeface="Gill Sans Light" panose="020B0302020104020203" pitchFamily="34" charset="-79"/>
          </a:endParaRPr>
        </a:p>
      </dsp:txBody>
      <dsp:txXfrm>
        <a:off x="9245503" y="750097"/>
        <a:ext cx="2178906" cy="3504275"/>
      </dsp:txXfrm>
    </dsp:sp>
  </dsp:spTree>
</dsp:drawing>
</file>

<file path=ppt/diagrams/layout1.xml><?xml version="1.0" encoding="utf-8"?>
<dgm:layoutDef xmlns:dgm="http://schemas.openxmlformats.org/drawingml/2006/diagram" xmlns:a="http://schemas.openxmlformats.org/drawingml/2006/main" uniqueId="urn:microsoft.com/office/officeart/2016/7/layout/HorizontalActionList">
  <dgm:title val="Horizontal Action List"/>
  <dgm:desc val="Used to show non-sequential or grouped lists of information. Works well with large amounts of text. All text has the same level of emphasis, and direction is not implied."/>
  <dgm:catLst>
    <dgm:cat type="list" pri="5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fact="0.6"/>
      <dgm:constr type="h" for="des" forName="composite" op="equ"/>
      <dgm:constr type="w" for="ch" forName="composite" refType="w"/>
      <dgm:constr type="w" for="des" forName="parTx"/>
      <dgm:constr type="h" for="des" forName="parTx" op="equ"/>
      <dgm:constr type="w" for="des" forName="desTx"/>
      <dgm:constr type="primFontSz" for="des" forName="parTx" val="54"/>
      <dgm:constr type="primFontSz" for="des" forName="desTx" refType="primFontSz" refFor="des" refForName="parTx" op="lte" fact="0.75"/>
      <dgm:constr type="h" for="des" forName="desTx" op="equ"/>
      <dgm:constr type="w" for="ch" forName="space" op="equ" val="3"/>
    </dgm:constrLst>
    <dgm:ruleLst>
      <dgm:rule type="w" for="ch" forName="composite" val="0" fact="NaN" max="NaN"/>
    </dgm:ruleLst>
    <dgm:forEach name="Name6"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varLst>
          <dgm:alg type="tx"/>
          <dgm:shape xmlns:r="http://schemas.openxmlformats.org/officeDocument/2006/relationships" type="rect" r:blip="">
            <dgm:adjLst/>
          </dgm:shape>
          <dgm:presOf axis="self" ptType="node"/>
          <dgm:constrLst>
            <dgm:constr type="h" refType="w" op="lte" fact="0.3"/>
            <dgm:constr type="h"/>
            <dgm:constr type="tMarg" refType="w" fact="0.224"/>
            <dgm:constr type="bMarg" refType="w" fact="0.224"/>
            <dgm:constr type="lMarg" refType="w" fact="0.224"/>
            <dgm:constr type="rMarg" refType="w" fact="0.224"/>
          </dgm:constrLst>
          <dgm:ruleLst>
            <dgm:rule type="h" val="INF" fact="NaN" max="NaN"/>
            <dgm:rule type="primFontSz" val="14" fact="NaN" max="NaN"/>
          </dgm:ruleLst>
        </dgm:layoutNode>
        <dgm:layoutNode name="desTx" styleLbl="alignAccFollowNode1">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primFontSz" val="28"/>
            <dgm:constr type="tMarg" refType="w" fact="0.28"/>
            <dgm:constr type="bMarg" refType="w" fact="0.28"/>
            <dgm:constr type="lMarg" refType="w" fact="0.28"/>
            <dgm:constr type="rMarg" refType="w" fact="0.28"/>
          </dgm:constrLst>
          <dgm:ruleLst>
            <dgm:rule type="h" val="INF" fact="NaN" max="NaN"/>
            <dgm:rule type="primFontSz" val="11"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49852A6-C536-198B-0B36-808C24FAAF6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9F40B29C-E84A-E4D1-8998-1A961EC23BA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2A5AE42-7DC1-8140-9B13-146984FDEF22}" type="datetimeFigureOut">
              <a:rPr lang="en-US" smtClean="0"/>
              <a:t>1/30/2026</a:t>
            </a:fld>
            <a:endParaRPr lang="en-US" dirty="0"/>
          </a:p>
        </p:txBody>
      </p:sp>
      <p:sp>
        <p:nvSpPr>
          <p:cNvPr id="4" name="Footer Placeholder 3">
            <a:extLst>
              <a:ext uri="{FF2B5EF4-FFF2-40B4-BE49-F238E27FC236}">
                <a16:creationId xmlns:a16="http://schemas.microsoft.com/office/drawing/2014/main" id="{FCCE4DE7-ED89-D264-F004-38F2DF4879D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CF7E8591-FF54-5A00-A703-95ABC16B78D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7369B77-94AB-0344-9EBF-9DB9EE8D3ABC}" type="slidenum">
              <a:rPr lang="en-US" smtClean="0"/>
              <a:t>‹#›</a:t>
            </a:fld>
            <a:endParaRPr lang="en-US" dirty="0"/>
          </a:p>
        </p:txBody>
      </p:sp>
    </p:spTree>
    <p:extLst>
      <p:ext uri="{BB962C8B-B14F-4D97-AF65-F5344CB8AC3E}">
        <p14:creationId xmlns:p14="http://schemas.microsoft.com/office/powerpoint/2010/main" val="23985974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8F75F72-8950-AF4F-9381-1D26FB547EA1}" type="datetimeFigureOut">
              <a:rPr lang="en-US" smtClean="0"/>
              <a:t>1/30/2026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75476F-A808-1F46-A368-07984F6DA22E}" type="slidenum">
              <a:rPr lang="en-US" smtClean="0"/>
              <a:t>‹#›</a:t>
            </a:fld>
            <a:endParaRPr lang="en-US" dirty="0"/>
          </a:p>
        </p:txBody>
      </p:sp>
    </p:spTree>
    <p:extLst>
      <p:ext uri="{BB962C8B-B14F-4D97-AF65-F5344CB8AC3E}">
        <p14:creationId xmlns:p14="http://schemas.microsoft.com/office/powerpoint/2010/main" val="11142527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775476F-A808-1F46-A368-07984F6DA22E}" type="slidenum">
              <a:rPr lang="en-US" smtClean="0"/>
              <a:t>2</a:t>
            </a:fld>
            <a:endParaRPr lang="en-US" dirty="0"/>
          </a:p>
        </p:txBody>
      </p:sp>
    </p:spTree>
    <p:extLst>
      <p:ext uri="{BB962C8B-B14F-4D97-AF65-F5344CB8AC3E}">
        <p14:creationId xmlns:p14="http://schemas.microsoft.com/office/powerpoint/2010/main" val="327023288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14.png"/></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2"/>
        </a:solidFill>
        <a:effectLst/>
      </p:bgPr>
    </p:bg>
    <p:spTree>
      <p:nvGrpSpPr>
        <p:cNvPr id="1" name=""/>
        <p:cNvGrpSpPr/>
        <p:nvPr/>
      </p:nvGrpSpPr>
      <p:grpSpPr>
        <a:xfrm>
          <a:off x="0" y="0"/>
          <a:ext cx="0" cy="0"/>
          <a:chOff x="0" y="0"/>
          <a:chExt cx="0" cy="0"/>
        </a:xfrm>
      </p:grpSpPr>
      <p:pic>
        <p:nvPicPr>
          <p:cNvPr id="5" name="Picture 4" descr="A picture containing text, plant&#10;&#10;Description automatically generated">
            <a:extLst>
              <a:ext uri="{FF2B5EF4-FFF2-40B4-BE49-F238E27FC236}">
                <a16:creationId xmlns:a16="http://schemas.microsoft.com/office/drawing/2014/main" id="{A26D6E84-B5BE-5F3E-8B3F-1A46C7F307C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517210" y="0"/>
            <a:ext cx="8392026" cy="6858000"/>
          </a:xfrm>
          <a:prstGeom prst="rect">
            <a:avLst/>
          </a:prstGeom>
        </p:spPr>
      </p:pic>
      <p:sp>
        <p:nvSpPr>
          <p:cNvPr id="7" name="Oval 6">
            <a:extLst>
              <a:ext uri="{FF2B5EF4-FFF2-40B4-BE49-F238E27FC236}">
                <a16:creationId xmlns:a16="http://schemas.microsoft.com/office/drawing/2014/main" id="{F0A7E03F-5776-960D-3CA6-7CE62AC96693}"/>
              </a:ext>
            </a:extLst>
          </p:cNvPr>
          <p:cNvSpPr/>
          <p:nvPr userDrawn="1"/>
        </p:nvSpPr>
        <p:spPr>
          <a:xfrm>
            <a:off x="3300284" y="654912"/>
            <a:ext cx="5591432" cy="5591432"/>
          </a:xfrm>
          <a:prstGeom prst="ellipse">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9" name="Straight Connector 8">
            <a:extLst>
              <a:ext uri="{FF2B5EF4-FFF2-40B4-BE49-F238E27FC236}">
                <a16:creationId xmlns:a16="http://schemas.microsoft.com/office/drawing/2014/main" id="{6A7464AF-3FD6-6193-CC95-A941ECE17B9D}"/>
              </a:ext>
            </a:extLst>
          </p:cNvPr>
          <p:cNvCxnSpPr>
            <a:cxnSpLocks/>
          </p:cNvCxnSpPr>
          <p:nvPr userDrawn="1"/>
        </p:nvCxnSpPr>
        <p:spPr>
          <a:xfrm>
            <a:off x="4359876" y="4300155"/>
            <a:ext cx="3472249" cy="0"/>
          </a:xfrm>
          <a:prstGeom prst="line">
            <a:avLst/>
          </a:prstGeom>
          <a:ln w="19050">
            <a:solidFill>
              <a:schemeClr val="accent1"/>
            </a:solidFill>
          </a:ln>
        </p:spPr>
        <p:style>
          <a:lnRef idx="1">
            <a:schemeClr val="dk1"/>
          </a:lnRef>
          <a:fillRef idx="0">
            <a:schemeClr val="dk1"/>
          </a:fillRef>
          <a:effectRef idx="0">
            <a:schemeClr val="dk1"/>
          </a:effectRef>
          <a:fontRef idx="minor">
            <a:schemeClr val="tx1"/>
          </a:fontRef>
        </p:style>
      </p:cxnSp>
      <p:pic>
        <p:nvPicPr>
          <p:cNvPr id="11" name="Picture 10" descr="A picture containing text&#10;&#10;Description automatically generated">
            <a:extLst>
              <a:ext uri="{FF2B5EF4-FFF2-40B4-BE49-F238E27FC236}">
                <a16:creationId xmlns:a16="http://schemas.microsoft.com/office/drawing/2014/main" id="{E5214731-3110-8D76-56DF-633537104197}"/>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609961" y="4157464"/>
            <a:ext cx="972078" cy="285381"/>
          </a:xfrm>
          <a:prstGeom prst="rect">
            <a:avLst/>
          </a:prstGeom>
        </p:spPr>
      </p:pic>
      <p:sp>
        <p:nvSpPr>
          <p:cNvPr id="17" name="Oval 16">
            <a:extLst>
              <a:ext uri="{FF2B5EF4-FFF2-40B4-BE49-F238E27FC236}">
                <a16:creationId xmlns:a16="http://schemas.microsoft.com/office/drawing/2014/main" id="{516369FF-9501-1944-3E3F-46CBFD515D8D}"/>
              </a:ext>
            </a:extLst>
          </p:cNvPr>
          <p:cNvSpPr/>
          <p:nvPr userDrawn="1"/>
        </p:nvSpPr>
        <p:spPr>
          <a:xfrm>
            <a:off x="3447535" y="807312"/>
            <a:ext cx="5296930" cy="5296930"/>
          </a:xfrm>
          <a:prstGeom prst="ellipse">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ceramic ware, porcelain&#10;&#10;Description automatically generated">
            <a:extLst>
              <a:ext uri="{FF2B5EF4-FFF2-40B4-BE49-F238E27FC236}">
                <a16:creationId xmlns:a16="http://schemas.microsoft.com/office/drawing/2014/main" id="{AB1576B0-66ED-3F92-2AF8-4EF965E4E3FC}"/>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019338" y="4814449"/>
            <a:ext cx="1668775" cy="1621434"/>
          </a:xfrm>
          <a:prstGeom prst="rect">
            <a:avLst/>
          </a:prstGeom>
        </p:spPr>
      </p:pic>
      <p:pic>
        <p:nvPicPr>
          <p:cNvPr id="15" name="Picture 14">
            <a:extLst>
              <a:ext uri="{FF2B5EF4-FFF2-40B4-BE49-F238E27FC236}">
                <a16:creationId xmlns:a16="http://schemas.microsoft.com/office/drawing/2014/main" id="{9E576603-B88C-9F7F-98A5-E94BD2C23E63}"/>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530777" y="1164252"/>
            <a:ext cx="818801" cy="845501"/>
          </a:xfrm>
          <a:prstGeom prst="rect">
            <a:avLst/>
          </a:prstGeom>
        </p:spPr>
      </p:pic>
      <p:sp>
        <p:nvSpPr>
          <p:cNvPr id="2" name="Title 1">
            <a:extLst>
              <a:ext uri="{FF2B5EF4-FFF2-40B4-BE49-F238E27FC236}">
                <a16:creationId xmlns:a16="http://schemas.microsoft.com/office/drawing/2014/main" id="{494248F2-5264-4601-AA0B-6C092F77F2DD}"/>
              </a:ext>
            </a:extLst>
          </p:cNvPr>
          <p:cNvSpPr>
            <a:spLocks noGrp="1"/>
          </p:cNvSpPr>
          <p:nvPr>
            <p:ph type="ctrTitle"/>
          </p:nvPr>
        </p:nvSpPr>
        <p:spPr>
          <a:xfrm>
            <a:off x="2749296" y="2660904"/>
            <a:ext cx="6693408" cy="1088136"/>
          </a:xfrm>
        </p:spPr>
        <p:txBody>
          <a:bodyPr anchor="b">
            <a:noAutofit/>
          </a:bodyPr>
          <a:lstStyle>
            <a:lvl1pPr algn="ctr">
              <a:defRPr sz="4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DCFB69D3-5632-4285-A209-9DCA67DA668C}"/>
              </a:ext>
            </a:extLst>
          </p:cNvPr>
          <p:cNvSpPr>
            <a:spLocks noGrp="1"/>
          </p:cNvSpPr>
          <p:nvPr>
            <p:ph type="subTitle" idx="1"/>
          </p:nvPr>
        </p:nvSpPr>
        <p:spPr>
          <a:xfrm>
            <a:off x="4596384" y="2267712"/>
            <a:ext cx="2999232" cy="43891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2916498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pic>
        <p:nvPicPr>
          <p:cNvPr id="4" name="Picture 3" descr="A picture containing fabric&#10;&#10;Description automatically generated">
            <a:extLst>
              <a:ext uri="{FF2B5EF4-FFF2-40B4-BE49-F238E27FC236}">
                <a16:creationId xmlns:a16="http://schemas.microsoft.com/office/drawing/2014/main" id="{ABAD6905-AD97-1EAF-A4A3-D0BB13B1280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0" name="Rectangle 9">
            <a:extLst>
              <a:ext uri="{FF2B5EF4-FFF2-40B4-BE49-F238E27FC236}">
                <a16:creationId xmlns:a16="http://schemas.microsoft.com/office/drawing/2014/main" id="{63BCB4CA-03FB-81F4-F8A2-FA9C0DBDEB11}"/>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group of flowers&#10;&#10;Description automatically generated with low confidence">
            <a:extLst>
              <a:ext uri="{FF2B5EF4-FFF2-40B4-BE49-F238E27FC236}">
                <a16:creationId xmlns:a16="http://schemas.microsoft.com/office/drawing/2014/main" id="{138EDBF7-FA56-2BF9-ECFA-6C39FEE8F885}"/>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959852" flipH="1">
            <a:off x="1760954" y="2048834"/>
            <a:ext cx="1230524" cy="22873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183880" y="978408"/>
            <a:ext cx="3749040"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8183880" y="2194560"/>
            <a:ext cx="3749040" cy="4306824"/>
          </a:xfrm>
        </p:spPr>
        <p:txBody>
          <a:bodyPr>
            <a:normAutofit/>
          </a:bodyPr>
          <a:lstStyle>
            <a:lvl1pPr marL="0" indent="0">
              <a:lnSpc>
                <a:spcPct val="150000"/>
              </a:lnSpc>
              <a:buClr>
                <a:srgbClr val="73292A"/>
              </a:buClr>
              <a:buNone/>
              <a:defRPr sz="2400"/>
            </a:lvl1pPr>
            <a:lvl2pPr marL="228600">
              <a:buClr>
                <a:srgbClr val="73292A"/>
              </a:buClr>
              <a:defRPr sz="2000"/>
            </a:lvl2pPr>
            <a:lvl3pPr marL="685800">
              <a:buClr>
                <a:srgbClr val="73292A"/>
              </a:buClr>
              <a:defRPr sz="1800"/>
            </a:lvl3pPr>
            <a:lvl4pPr marL="1143000">
              <a:buClr>
                <a:srgbClr val="73292A"/>
              </a:buClr>
              <a:defRPr sz="1600"/>
            </a:lvl4pPr>
            <a:lvl5pPr marL="1600200">
              <a:buClr>
                <a:srgbClr val="73292A"/>
              </a:buCl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Picture 5" descr="A picture containing flower, plant&#10;&#10;Description automatically generated">
            <a:extLst>
              <a:ext uri="{FF2B5EF4-FFF2-40B4-BE49-F238E27FC236}">
                <a16:creationId xmlns:a16="http://schemas.microsoft.com/office/drawing/2014/main" id="{0FE36A83-31CF-DF76-5708-55ED9FB707E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sp>
        <p:nvSpPr>
          <p:cNvPr id="11" name="Text Placeholder 33">
            <a:extLst>
              <a:ext uri="{FF2B5EF4-FFF2-40B4-BE49-F238E27FC236}">
                <a16:creationId xmlns:a16="http://schemas.microsoft.com/office/drawing/2014/main" id="{5BF6365E-74A9-6D7B-5F20-7C29F29017E5}"/>
              </a:ext>
            </a:extLst>
          </p:cNvPr>
          <p:cNvSpPr>
            <a:spLocks noGrp="1"/>
          </p:cNvSpPr>
          <p:nvPr>
            <p:ph type="body" sz="quarter" idx="13" hasCustomPrompt="1"/>
          </p:nvPr>
        </p:nvSpPr>
        <p:spPr>
          <a:xfrm>
            <a:off x="1225296"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9539805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BB4DE27-1913-8274-9943-46641EA0DAB7}"/>
              </a:ext>
            </a:extLst>
          </p:cNvPr>
          <p:cNvSpPr/>
          <p:nvPr userDrawn="1"/>
        </p:nvSpPr>
        <p:spPr>
          <a:xfrm>
            <a:off x="1174276" y="-756"/>
            <a:ext cx="9843449" cy="569044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9" name="Rectangle 8">
            <a:extLst>
              <a:ext uri="{FF2B5EF4-FFF2-40B4-BE49-F238E27FC236}">
                <a16:creationId xmlns:a16="http://schemas.microsoft.com/office/drawing/2014/main" id="{F901AB4A-AE17-BFA4-697C-75EC6407E147}"/>
              </a:ext>
            </a:extLst>
          </p:cNvPr>
          <p:cNvSpPr/>
          <p:nvPr userDrawn="1"/>
        </p:nvSpPr>
        <p:spPr>
          <a:xfrm>
            <a:off x="1604189" y="-13446"/>
            <a:ext cx="8983623" cy="5257799"/>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C7F01FE-99A8-35BD-05A1-6D93A2578EB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52833" y="5110810"/>
            <a:ext cx="1207554" cy="354511"/>
          </a:xfrm>
          <a:prstGeom prst="rect">
            <a:avLst/>
          </a:prstGeom>
        </p:spPr>
      </p:pic>
      <p:pic>
        <p:nvPicPr>
          <p:cNvPr id="13" name="Picture 12">
            <a:extLst>
              <a:ext uri="{FF2B5EF4-FFF2-40B4-BE49-F238E27FC236}">
                <a16:creationId xmlns:a16="http://schemas.microsoft.com/office/drawing/2014/main" id="{E66660DF-FD7A-4340-E854-B4680A6B88C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5202474" y="-1953000"/>
            <a:ext cx="1485900" cy="53721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1748028" y="1389888"/>
            <a:ext cx="8695944"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2223516" y="2651760"/>
            <a:ext cx="7744968" cy="2697480"/>
          </a:xfrm>
        </p:spPr>
        <p:txBody>
          <a:bodyPr>
            <a:normAutofit/>
          </a:bodyPr>
          <a:lstStyle>
            <a:lvl1pPr marL="0" indent="0" algn="ctr">
              <a:lnSpc>
                <a:spcPct val="100000"/>
              </a:lnSpc>
              <a:buNone/>
              <a:defRPr sz="2000">
                <a:latin typeface="Gill Sans Nova Light" panose="020F0302020204030204" pitchFamily="34" charset="0"/>
                <a:cs typeface="Gill Sans Nova Light" panose="020F0302020204030204" pitchFamily="34" charset="0"/>
              </a:defRPr>
            </a:lvl1pPr>
            <a:lvl2pPr algn="ctr">
              <a:lnSpc>
                <a:spcPct val="100000"/>
              </a:lnSpc>
              <a:defRPr sz="18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
        <p:nvSpPr>
          <p:cNvPr id="14" name="Footer Placeholder 13">
            <a:extLst>
              <a:ext uri="{FF2B5EF4-FFF2-40B4-BE49-F238E27FC236}">
                <a16:creationId xmlns:a16="http://schemas.microsoft.com/office/drawing/2014/main" id="{2F05D25C-B703-1868-603E-D468EF44D794}"/>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D8FDB2CC-A975-BC07-042A-228D387E516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12026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tx2"/>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ADFA29-47E3-2E16-12B7-D8031DC04C0D}"/>
              </a:ext>
            </a:extLst>
          </p:cNvPr>
          <p:cNvSpPr/>
          <p:nvPr userDrawn="1"/>
        </p:nvSpPr>
        <p:spPr>
          <a:xfrm>
            <a:off x="0" y="3377183"/>
            <a:ext cx="12192000" cy="232657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close up of a plant&#10;&#10;Description automatically generated with low confidence">
            <a:extLst>
              <a:ext uri="{FF2B5EF4-FFF2-40B4-BE49-F238E27FC236}">
                <a16:creationId xmlns:a16="http://schemas.microsoft.com/office/drawing/2014/main" id="{D373DB44-C887-96AC-D32D-B7656F28FB9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87322" y="3187511"/>
            <a:ext cx="1422400" cy="5283200"/>
          </a:xfrm>
          <a:prstGeom prst="rect">
            <a:avLst/>
          </a:prstGeom>
        </p:spPr>
      </p:pic>
      <p:pic>
        <p:nvPicPr>
          <p:cNvPr id="9" name="Picture 8" descr="A picture containing bedclothes, fabric&#10;&#10;Description automatically generated">
            <a:extLst>
              <a:ext uri="{FF2B5EF4-FFF2-40B4-BE49-F238E27FC236}">
                <a16:creationId xmlns:a16="http://schemas.microsoft.com/office/drawing/2014/main" id="{6A080FF9-A96B-AA38-428D-5F2CF533D06B}"/>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5400022" y="287485"/>
            <a:ext cx="1485900" cy="5372100"/>
          </a:xfrm>
          <a:prstGeom prst="rect">
            <a:avLst/>
          </a:prstGeom>
        </p:spPr>
      </p:pic>
      <p:sp>
        <p:nvSpPr>
          <p:cNvPr id="13" name="Rectangle 12">
            <a:extLst>
              <a:ext uri="{FF2B5EF4-FFF2-40B4-BE49-F238E27FC236}">
                <a16:creationId xmlns:a16="http://schemas.microsoft.com/office/drawing/2014/main" id="{25150280-02E2-686D-A130-65EBDA15EF13}"/>
              </a:ext>
            </a:extLst>
          </p:cNvPr>
          <p:cNvSpPr/>
          <p:nvPr userDrawn="1"/>
        </p:nvSpPr>
        <p:spPr>
          <a:xfrm>
            <a:off x="232651" y="3633264"/>
            <a:ext cx="11740896" cy="178975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Gill Sans Light" panose="020B0302020104020203" pitchFamily="34" charset="-79"/>
              <a:cs typeface="Gill Sans Light" panose="020B0302020104020203" pitchFamily="34" charset="-79"/>
            </a:endParaRPr>
          </a:p>
        </p:txBody>
      </p:sp>
      <p:pic>
        <p:nvPicPr>
          <p:cNvPr id="15" name="Picture 14" descr="A picture containing ceramic ware, porcelain&#10;&#10;Description automatically generated">
            <a:extLst>
              <a:ext uri="{FF2B5EF4-FFF2-40B4-BE49-F238E27FC236}">
                <a16:creationId xmlns:a16="http://schemas.microsoft.com/office/drawing/2014/main" id="{3DD4D68C-6665-333E-98E8-785116A05A7F}"/>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rot="2590193">
            <a:off x="6957396" y="5090392"/>
            <a:ext cx="856832" cy="832525"/>
          </a:xfrm>
          <a:prstGeom prst="rect">
            <a:avLst/>
          </a:prstGeom>
        </p:spPr>
      </p:pic>
      <p:pic>
        <p:nvPicPr>
          <p:cNvPr id="17" name="Picture 16" descr="A picture containing text&#10;&#10;Description automatically generated">
            <a:extLst>
              <a:ext uri="{FF2B5EF4-FFF2-40B4-BE49-F238E27FC236}">
                <a16:creationId xmlns:a16="http://schemas.microsoft.com/office/drawing/2014/main" id="{27E0939A-D971-0D79-9B6D-834913C959B2}"/>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3362979" y="3252854"/>
            <a:ext cx="1206427" cy="621355"/>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userDrawn="1">
            <p:ph type="title"/>
          </p:nvPr>
        </p:nvSpPr>
        <p:spPr>
          <a:xfrm>
            <a:off x="1153668" y="3977640"/>
            <a:ext cx="9884664" cy="731520"/>
          </a:xfrm>
        </p:spPr>
        <p:txBody>
          <a:bodyPr anchor="b">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userDrawn="1">
            <p:ph type="body" idx="1"/>
          </p:nvPr>
        </p:nvSpPr>
        <p:spPr>
          <a:xfrm>
            <a:off x="1153668" y="4700016"/>
            <a:ext cx="9884664" cy="457200"/>
          </a:xfrm>
        </p:spPr>
        <p:txBody>
          <a:bodyPr anchor="ct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28026350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1825625"/>
            <a:ext cx="10515600" cy="4370832"/>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7822712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green">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380999"/>
            <a:ext cx="10515600" cy="1325880"/>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609600" y="1600200"/>
            <a:ext cx="10972800" cy="457200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74170EA9-DC14-D6B7-054C-51C9E1FE932C}"/>
              </a:ext>
            </a:extLst>
          </p:cNvPr>
          <p:cNvSpPr>
            <a:spLocks noGrp="1"/>
          </p:cNvSpPr>
          <p:nvPr>
            <p:ph type="ftr" sz="quarter" idx="10"/>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3F65A817-7911-6CCE-C2C4-2C8568F7F358}"/>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925109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ection Header">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F45E1C-47F6-0AF9-7468-BA613D681E1D}"/>
              </a:ext>
            </a:extLst>
          </p:cNvPr>
          <p:cNvSpPr/>
          <p:nvPr userDrawn="1"/>
        </p:nvSpPr>
        <p:spPr>
          <a:xfrm>
            <a:off x="0" y="1533950"/>
            <a:ext cx="12192000" cy="37901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abric&#10;&#10;Description automatically generated">
            <a:extLst>
              <a:ext uri="{FF2B5EF4-FFF2-40B4-BE49-F238E27FC236}">
                <a16:creationId xmlns:a16="http://schemas.microsoft.com/office/drawing/2014/main" id="{AB9E0D8B-7031-366D-884B-EB3FABD78CA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16200000">
            <a:off x="5056236" y="-1772981"/>
            <a:ext cx="2147050" cy="6039669"/>
          </a:xfrm>
          <a:prstGeom prst="rect">
            <a:avLst/>
          </a:prstGeom>
        </p:spPr>
      </p:pic>
      <p:sp>
        <p:nvSpPr>
          <p:cNvPr id="12" name="Rectangle 11">
            <a:extLst>
              <a:ext uri="{FF2B5EF4-FFF2-40B4-BE49-F238E27FC236}">
                <a16:creationId xmlns:a16="http://schemas.microsoft.com/office/drawing/2014/main" id="{1859314F-DCEF-A5A7-C5D9-F0D39AAC9FFA}"/>
              </a:ext>
            </a:extLst>
          </p:cNvPr>
          <p:cNvSpPr/>
          <p:nvPr userDrawn="1"/>
        </p:nvSpPr>
        <p:spPr>
          <a:xfrm>
            <a:off x="225552" y="1796143"/>
            <a:ext cx="11740896" cy="326571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6" name="Picture 15" descr="A picture containing flower, plant&#10;&#10;Description automatically generated">
            <a:extLst>
              <a:ext uri="{FF2B5EF4-FFF2-40B4-BE49-F238E27FC236}">
                <a16:creationId xmlns:a16="http://schemas.microsoft.com/office/drawing/2014/main" id="{DAAE5EB8-5B6B-6FA6-E6E7-D2F58FDFB4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16200000">
            <a:off x="6307543" y="-287017"/>
            <a:ext cx="1051334" cy="3866771"/>
          </a:xfrm>
          <a:prstGeom prst="rect">
            <a:avLst/>
          </a:prstGeom>
        </p:spPr>
      </p:pic>
      <p:pic>
        <p:nvPicPr>
          <p:cNvPr id="19" name="Picture 18" descr="A picture containing mollusk, insect&#10;&#10;Description automatically generated">
            <a:extLst>
              <a:ext uri="{FF2B5EF4-FFF2-40B4-BE49-F238E27FC236}">
                <a16:creationId xmlns:a16="http://schemas.microsoft.com/office/drawing/2014/main" id="{BB1368FF-AA1B-4423-30B1-BE082E6F1913}"/>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5492222" y="4923380"/>
            <a:ext cx="1207554" cy="354511"/>
          </a:xfrm>
          <a:prstGeom prst="rect">
            <a:avLst/>
          </a:prstGeom>
        </p:spPr>
      </p:pic>
      <p:sp>
        <p:nvSpPr>
          <p:cNvPr id="2" name="Title 1">
            <a:extLst>
              <a:ext uri="{FF2B5EF4-FFF2-40B4-BE49-F238E27FC236}">
                <a16:creationId xmlns:a16="http://schemas.microsoft.com/office/drawing/2014/main" id="{A2DFA2E8-50A1-4465-AC33-6FAC0E7736E9}"/>
              </a:ext>
            </a:extLst>
          </p:cNvPr>
          <p:cNvSpPr>
            <a:spLocks noGrp="1"/>
          </p:cNvSpPr>
          <p:nvPr>
            <p:ph type="title"/>
          </p:nvPr>
        </p:nvSpPr>
        <p:spPr>
          <a:xfrm>
            <a:off x="1743456" y="2404872"/>
            <a:ext cx="8705088" cy="2002536"/>
          </a:xfrm>
        </p:spPr>
        <p:txBody>
          <a:bodyPr anchor="t">
            <a:normAutofit/>
          </a:bodyPr>
          <a:lstStyle>
            <a:lvl1pPr algn="ct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E65DE34-CDB7-41F7-A95A-592B99558C69}"/>
              </a:ext>
            </a:extLst>
          </p:cNvPr>
          <p:cNvSpPr>
            <a:spLocks noGrp="1"/>
          </p:cNvSpPr>
          <p:nvPr>
            <p:ph type="body" idx="1"/>
          </p:nvPr>
        </p:nvSpPr>
        <p:spPr>
          <a:xfrm>
            <a:off x="1743454" y="3964517"/>
            <a:ext cx="8705089" cy="457200"/>
          </a:xfrm>
        </p:spPr>
        <p:txBody>
          <a:bodyPr anchor="ctr"/>
          <a:lstStyle>
            <a:lvl1pPr marL="0" indent="0" algn="ctr">
              <a:buNone/>
              <a:defRPr sz="24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7" name="Text Placeholder 24">
            <a:extLst>
              <a:ext uri="{FF2B5EF4-FFF2-40B4-BE49-F238E27FC236}">
                <a16:creationId xmlns:a16="http://schemas.microsoft.com/office/drawing/2014/main" id="{F5E2B84E-B4F2-ED93-8084-ECFC3B9C380F}"/>
              </a:ext>
            </a:extLst>
          </p:cNvPr>
          <p:cNvSpPr>
            <a:spLocks noGrp="1"/>
          </p:cNvSpPr>
          <p:nvPr>
            <p:ph type="body" sz="quarter" idx="11" hasCustomPrompt="1"/>
          </p:nvPr>
        </p:nvSpPr>
        <p:spPr>
          <a:xfrm>
            <a:off x="10149667" y="3189069"/>
            <a:ext cx="945473" cy="1936750"/>
          </a:xfrm>
        </p:spPr>
        <p:txBody>
          <a:bodyPr>
            <a:noAutofit/>
          </a:bodyPr>
          <a:lstStyle>
            <a:lvl1pPr marL="0" indent="0">
              <a:buNone/>
              <a:defRPr sz="14000" b="1">
                <a:solidFill>
                  <a:schemeClr val="tx2"/>
                </a:solidFill>
                <a:latin typeface="+mj-lt"/>
              </a:defRPr>
            </a:lvl1pPr>
          </a:lstStyle>
          <a:p>
            <a:pPr lvl="0"/>
            <a:r>
              <a:rPr lang="en-US" dirty="0"/>
              <a:t>”</a:t>
            </a:r>
          </a:p>
        </p:txBody>
      </p:sp>
      <p:sp>
        <p:nvSpPr>
          <p:cNvPr id="28" name="Text Placeholder 24">
            <a:extLst>
              <a:ext uri="{FF2B5EF4-FFF2-40B4-BE49-F238E27FC236}">
                <a16:creationId xmlns:a16="http://schemas.microsoft.com/office/drawing/2014/main" id="{FDD82133-EB75-7E07-A9CE-730CB7F6CD34}"/>
              </a:ext>
            </a:extLst>
          </p:cNvPr>
          <p:cNvSpPr>
            <a:spLocks noGrp="1"/>
          </p:cNvSpPr>
          <p:nvPr>
            <p:ph type="body" sz="quarter" idx="10" hasCustomPrompt="1"/>
          </p:nvPr>
        </p:nvSpPr>
        <p:spPr>
          <a:xfrm>
            <a:off x="1033184" y="2136567"/>
            <a:ext cx="941832" cy="1936750"/>
          </a:xfrm>
        </p:spPr>
        <p:txBody>
          <a:bodyPr>
            <a:noAutofit/>
          </a:bodyPr>
          <a:lstStyle>
            <a:lvl1pPr marL="0" indent="0">
              <a:buNone/>
              <a:defRPr sz="14000" b="1">
                <a:solidFill>
                  <a:schemeClr val="tx2"/>
                </a:solidFill>
                <a:latin typeface="+mj-lt"/>
              </a:defRPr>
            </a:lvl1pPr>
          </a:lstStyle>
          <a:p>
            <a:pPr lvl="0"/>
            <a:r>
              <a:rPr lang="en-US" dirty="0"/>
              <a:t>“</a:t>
            </a:r>
          </a:p>
        </p:txBody>
      </p:sp>
    </p:spTree>
    <p:extLst>
      <p:ext uri="{BB962C8B-B14F-4D97-AF65-F5344CB8AC3E}">
        <p14:creationId xmlns:p14="http://schemas.microsoft.com/office/powerpoint/2010/main" val="3178703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375868"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326173"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328309"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3828270"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763663" y="3926721"/>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765799" y="4286611"/>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280672"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216065"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218201"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8733074" y="1797050"/>
            <a:ext cx="2057400" cy="20589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666331" y="3946525"/>
            <a:ext cx="2194560" cy="355600"/>
          </a:xfrm>
        </p:spPr>
        <p:txBody>
          <a:bodyPr lIns="0" tIns="0" rIns="0" bIns="0" anchor="ctr">
            <a:noAutofit/>
          </a:bodyPr>
          <a:lstStyle>
            <a:lvl1pPr marL="0" indent="0" algn="ctr">
              <a:lnSpc>
                <a:spcPct val="100000"/>
              </a:lnSpc>
              <a:spcBef>
                <a:spcPts val="0"/>
              </a:spcBef>
              <a:buNone/>
              <a:defRPr sz="200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668467" y="4306415"/>
            <a:ext cx="2194560" cy="274320"/>
          </a:xfrm>
        </p:spPr>
        <p:txBody>
          <a:bodyPr lIns="0" tIns="0" rIns="0" bIns="0" anchor="ctr">
            <a:noAutofit/>
          </a:bodyPr>
          <a:lstStyle>
            <a:lvl1pPr marL="0" indent="0" algn="ctr">
              <a:lnSpc>
                <a:spcPct val="100000"/>
              </a:lnSpc>
              <a:spcBef>
                <a:spcPts val="0"/>
              </a:spcBef>
              <a:buNone/>
              <a:defRPr sz="160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25196871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tx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41740FC-E682-E87B-87BB-213396FD2DF6}"/>
              </a:ext>
            </a:extLst>
          </p:cNvPr>
          <p:cNvSpPr/>
          <p:nvPr userDrawn="1"/>
        </p:nvSpPr>
        <p:spPr>
          <a:xfrm>
            <a:off x="553443" y="0"/>
            <a:ext cx="11105522" cy="624461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2AC6E25B-7977-E725-B84F-07CA54BB4973}"/>
              </a:ext>
            </a:extLst>
          </p:cNvPr>
          <p:cNvSpPr/>
          <p:nvPr userDrawn="1"/>
        </p:nvSpPr>
        <p:spPr>
          <a:xfrm>
            <a:off x="877579" y="0"/>
            <a:ext cx="10460969" cy="587278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0EE757CA-B891-A6E4-F7DB-FFB1DBFDA0C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1275" y="5738220"/>
            <a:ext cx="1207554" cy="354511"/>
          </a:xfrm>
          <a:prstGeom prst="rect">
            <a:avLst/>
          </a:prstGeom>
        </p:spPr>
      </p:pic>
      <p:sp>
        <p:nvSpPr>
          <p:cNvPr id="2" name="Title 1">
            <a:extLst>
              <a:ext uri="{FF2B5EF4-FFF2-40B4-BE49-F238E27FC236}">
                <a16:creationId xmlns:a16="http://schemas.microsoft.com/office/drawing/2014/main" id="{115CA519-6BA6-FAC8-3545-2E7E3CBDE2A9}"/>
              </a:ext>
            </a:extLst>
          </p:cNvPr>
          <p:cNvSpPr>
            <a:spLocks noGrp="1"/>
          </p:cNvSpPr>
          <p:nvPr>
            <p:ph type="title"/>
          </p:nvPr>
        </p:nvSpPr>
        <p:spPr/>
        <p:txBody>
          <a:bodyPr/>
          <a:lstStyle>
            <a:lvl1pPr algn="ctr">
              <a:defRPr/>
            </a:lvl1pPr>
          </a:lstStyle>
          <a:p>
            <a:r>
              <a:rPr lang="en-US"/>
              <a:t>Click to edit Master title style</a:t>
            </a:r>
            <a:endParaRPr lang="en-US" dirty="0"/>
          </a:p>
        </p:txBody>
      </p:sp>
      <p:sp>
        <p:nvSpPr>
          <p:cNvPr id="22" name="Picture Placeholder 17">
            <a:extLst>
              <a:ext uri="{FF2B5EF4-FFF2-40B4-BE49-F238E27FC236}">
                <a16:creationId xmlns:a16="http://schemas.microsoft.com/office/drawing/2014/main" id="{6A1AC1B6-9CB9-19D8-8BDC-EDC0B6C19DBE}"/>
              </a:ext>
            </a:extLst>
          </p:cNvPr>
          <p:cNvSpPr>
            <a:spLocks noGrp="1" noChangeAspect="1"/>
          </p:cNvSpPr>
          <p:nvPr>
            <p:ph type="pic" sz="quarter" idx="12"/>
          </p:nvPr>
        </p:nvSpPr>
        <p:spPr>
          <a:xfrm>
            <a:off x="168136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0" name="Text Placeholder 19">
            <a:extLst>
              <a:ext uri="{FF2B5EF4-FFF2-40B4-BE49-F238E27FC236}">
                <a16:creationId xmlns:a16="http://schemas.microsoft.com/office/drawing/2014/main" id="{DAB2A93C-DB99-8217-D74F-D08E610FA758}"/>
              </a:ext>
            </a:extLst>
          </p:cNvPr>
          <p:cNvSpPr>
            <a:spLocks noGrp="1"/>
          </p:cNvSpPr>
          <p:nvPr>
            <p:ph type="body" sz="quarter" idx="13"/>
          </p:nvPr>
        </p:nvSpPr>
        <p:spPr>
          <a:xfrm>
            <a:off x="1106424"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1" name="Text Placeholder 19">
            <a:extLst>
              <a:ext uri="{FF2B5EF4-FFF2-40B4-BE49-F238E27FC236}">
                <a16:creationId xmlns:a16="http://schemas.microsoft.com/office/drawing/2014/main" id="{61950EAA-EB4E-8768-AFC9-A0356AECFE12}"/>
              </a:ext>
            </a:extLst>
          </p:cNvPr>
          <p:cNvSpPr>
            <a:spLocks noGrp="1"/>
          </p:cNvSpPr>
          <p:nvPr>
            <p:ph type="body" sz="quarter" idx="14"/>
          </p:nvPr>
        </p:nvSpPr>
        <p:spPr>
          <a:xfrm>
            <a:off x="1106424"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6" name="Picture Placeholder 17">
            <a:extLst>
              <a:ext uri="{FF2B5EF4-FFF2-40B4-BE49-F238E27FC236}">
                <a16:creationId xmlns:a16="http://schemas.microsoft.com/office/drawing/2014/main" id="{B23EF08B-7D0C-7D96-413D-71C22E3F74D0}"/>
              </a:ext>
            </a:extLst>
          </p:cNvPr>
          <p:cNvSpPr>
            <a:spLocks noGrp="1" noChangeAspect="1"/>
          </p:cNvSpPr>
          <p:nvPr>
            <p:ph type="pic" sz="quarter" idx="26"/>
          </p:nvPr>
        </p:nvSpPr>
        <p:spPr>
          <a:xfrm>
            <a:off x="168136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5" name="Text Placeholder 19">
            <a:extLst>
              <a:ext uri="{FF2B5EF4-FFF2-40B4-BE49-F238E27FC236}">
                <a16:creationId xmlns:a16="http://schemas.microsoft.com/office/drawing/2014/main" id="{A6866782-6675-4F37-E5D2-68CB0191C1A7}"/>
              </a:ext>
            </a:extLst>
          </p:cNvPr>
          <p:cNvSpPr>
            <a:spLocks noGrp="1"/>
          </p:cNvSpPr>
          <p:nvPr>
            <p:ph type="body" sz="quarter" idx="25"/>
          </p:nvPr>
        </p:nvSpPr>
        <p:spPr>
          <a:xfrm>
            <a:off x="1106424"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4" name="Text Placeholder 19">
            <a:extLst>
              <a:ext uri="{FF2B5EF4-FFF2-40B4-BE49-F238E27FC236}">
                <a16:creationId xmlns:a16="http://schemas.microsoft.com/office/drawing/2014/main" id="{9F53AB27-DDFA-AA5D-8253-546C9BBA9CE7}"/>
              </a:ext>
            </a:extLst>
          </p:cNvPr>
          <p:cNvSpPr>
            <a:spLocks noGrp="1"/>
          </p:cNvSpPr>
          <p:nvPr>
            <p:ph type="body" sz="quarter" idx="24"/>
          </p:nvPr>
        </p:nvSpPr>
        <p:spPr>
          <a:xfrm>
            <a:off x="1106424"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1" name="Picture Placeholder 17">
            <a:extLst>
              <a:ext uri="{FF2B5EF4-FFF2-40B4-BE49-F238E27FC236}">
                <a16:creationId xmlns:a16="http://schemas.microsoft.com/office/drawing/2014/main" id="{E3B18CDB-3FF1-EC8E-EA8A-31E9BF81747A}"/>
              </a:ext>
            </a:extLst>
          </p:cNvPr>
          <p:cNvSpPr>
            <a:spLocks noGrp="1" noChangeAspect="1"/>
          </p:cNvSpPr>
          <p:nvPr>
            <p:ph type="pic" sz="quarter" idx="17"/>
          </p:nvPr>
        </p:nvSpPr>
        <p:spPr>
          <a:xfrm>
            <a:off x="422675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3" name="Text Placeholder 19">
            <a:extLst>
              <a:ext uri="{FF2B5EF4-FFF2-40B4-BE49-F238E27FC236}">
                <a16:creationId xmlns:a16="http://schemas.microsoft.com/office/drawing/2014/main" id="{EAB1EC17-F1C7-0781-4F52-DEE9122BBC9D}"/>
              </a:ext>
            </a:extLst>
          </p:cNvPr>
          <p:cNvSpPr>
            <a:spLocks noGrp="1"/>
          </p:cNvSpPr>
          <p:nvPr>
            <p:ph type="body" sz="quarter" idx="19"/>
          </p:nvPr>
        </p:nvSpPr>
        <p:spPr>
          <a:xfrm>
            <a:off x="3639312"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2" name="Text Placeholder 19">
            <a:extLst>
              <a:ext uri="{FF2B5EF4-FFF2-40B4-BE49-F238E27FC236}">
                <a16:creationId xmlns:a16="http://schemas.microsoft.com/office/drawing/2014/main" id="{9E2E4E06-43E3-5309-A921-59117EDFEA1A}"/>
              </a:ext>
            </a:extLst>
          </p:cNvPr>
          <p:cNvSpPr>
            <a:spLocks noGrp="1"/>
          </p:cNvSpPr>
          <p:nvPr>
            <p:ph type="body" sz="quarter" idx="18"/>
          </p:nvPr>
        </p:nvSpPr>
        <p:spPr>
          <a:xfrm>
            <a:off x="3639312"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6" name="Picture Placeholder 17">
            <a:extLst>
              <a:ext uri="{FF2B5EF4-FFF2-40B4-BE49-F238E27FC236}">
                <a16:creationId xmlns:a16="http://schemas.microsoft.com/office/drawing/2014/main" id="{DD9CE7E9-3BC2-0321-457B-61D363708B38}"/>
              </a:ext>
            </a:extLst>
          </p:cNvPr>
          <p:cNvSpPr>
            <a:spLocks noGrp="1" noChangeAspect="1"/>
          </p:cNvSpPr>
          <p:nvPr>
            <p:ph type="pic" sz="quarter" idx="29"/>
          </p:nvPr>
        </p:nvSpPr>
        <p:spPr>
          <a:xfrm>
            <a:off x="422675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3" name="Text Placeholder 19">
            <a:extLst>
              <a:ext uri="{FF2B5EF4-FFF2-40B4-BE49-F238E27FC236}">
                <a16:creationId xmlns:a16="http://schemas.microsoft.com/office/drawing/2014/main" id="{70DD1941-A469-A457-B987-E0E2C300A8AE}"/>
              </a:ext>
            </a:extLst>
          </p:cNvPr>
          <p:cNvSpPr>
            <a:spLocks noGrp="1"/>
          </p:cNvSpPr>
          <p:nvPr>
            <p:ph type="body" sz="quarter" idx="31"/>
          </p:nvPr>
        </p:nvSpPr>
        <p:spPr>
          <a:xfrm>
            <a:off x="3639312"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18" name="Text Placeholder 19">
            <a:extLst>
              <a:ext uri="{FF2B5EF4-FFF2-40B4-BE49-F238E27FC236}">
                <a16:creationId xmlns:a16="http://schemas.microsoft.com/office/drawing/2014/main" id="{D6B84B7D-A7EC-6FE1-9925-F78AF0DE230F}"/>
              </a:ext>
            </a:extLst>
          </p:cNvPr>
          <p:cNvSpPr>
            <a:spLocks noGrp="1"/>
          </p:cNvSpPr>
          <p:nvPr>
            <p:ph type="body" sz="quarter" idx="30"/>
          </p:nvPr>
        </p:nvSpPr>
        <p:spPr>
          <a:xfrm>
            <a:off x="3639312"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0" name="Picture Placeholder 17">
            <a:extLst>
              <a:ext uri="{FF2B5EF4-FFF2-40B4-BE49-F238E27FC236}">
                <a16:creationId xmlns:a16="http://schemas.microsoft.com/office/drawing/2014/main" id="{2EB018F6-8206-135F-BF16-29E6E63FD099}"/>
              </a:ext>
            </a:extLst>
          </p:cNvPr>
          <p:cNvSpPr>
            <a:spLocks noGrp="1" noChangeAspect="1"/>
          </p:cNvSpPr>
          <p:nvPr>
            <p:ph type="pic" sz="quarter" idx="16"/>
          </p:nvPr>
        </p:nvSpPr>
        <p:spPr>
          <a:xfrm>
            <a:off x="6772144"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5" name="Text Placeholder 19">
            <a:extLst>
              <a:ext uri="{FF2B5EF4-FFF2-40B4-BE49-F238E27FC236}">
                <a16:creationId xmlns:a16="http://schemas.microsoft.com/office/drawing/2014/main" id="{13D50A41-E904-8A4E-6F0A-F980F8D64711}"/>
              </a:ext>
            </a:extLst>
          </p:cNvPr>
          <p:cNvSpPr>
            <a:spLocks noGrp="1"/>
          </p:cNvSpPr>
          <p:nvPr>
            <p:ph type="body" sz="quarter" idx="21"/>
          </p:nvPr>
        </p:nvSpPr>
        <p:spPr>
          <a:xfrm>
            <a:off x="6172200"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4" name="Text Placeholder 19">
            <a:extLst>
              <a:ext uri="{FF2B5EF4-FFF2-40B4-BE49-F238E27FC236}">
                <a16:creationId xmlns:a16="http://schemas.microsoft.com/office/drawing/2014/main" id="{D6CE30A5-8B65-384B-A8B9-6F711A521946}"/>
              </a:ext>
            </a:extLst>
          </p:cNvPr>
          <p:cNvSpPr>
            <a:spLocks noGrp="1"/>
          </p:cNvSpPr>
          <p:nvPr>
            <p:ph type="body" sz="quarter" idx="20"/>
          </p:nvPr>
        </p:nvSpPr>
        <p:spPr>
          <a:xfrm>
            <a:off x="6172200"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14" name="Picture Placeholder 17">
            <a:extLst>
              <a:ext uri="{FF2B5EF4-FFF2-40B4-BE49-F238E27FC236}">
                <a16:creationId xmlns:a16="http://schemas.microsoft.com/office/drawing/2014/main" id="{AA1AC2FE-336D-4E7F-2C86-6A8C29BA8F90}"/>
              </a:ext>
            </a:extLst>
          </p:cNvPr>
          <p:cNvSpPr>
            <a:spLocks noGrp="1" noChangeAspect="1"/>
          </p:cNvSpPr>
          <p:nvPr>
            <p:ph type="pic" sz="quarter" idx="28"/>
          </p:nvPr>
        </p:nvSpPr>
        <p:spPr>
          <a:xfrm>
            <a:off x="6772144"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27" name="Text Placeholder 19">
            <a:extLst>
              <a:ext uri="{FF2B5EF4-FFF2-40B4-BE49-F238E27FC236}">
                <a16:creationId xmlns:a16="http://schemas.microsoft.com/office/drawing/2014/main" id="{FA370BF1-09EC-DBE1-5118-8A92A0F90BC4}"/>
              </a:ext>
            </a:extLst>
          </p:cNvPr>
          <p:cNvSpPr>
            <a:spLocks noGrp="1"/>
          </p:cNvSpPr>
          <p:nvPr>
            <p:ph type="body" sz="quarter" idx="33"/>
          </p:nvPr>
        </p:nvSpPr>
        <p:spPr>
          <a:xfrm>
            <a:off x="6172200"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25" name="Text Placeholder 19">
            <a:extLst>
              <a:ext uri="{FF2B5EF4-FFF2-40B4-BE49-F238E27FC236}">
                <a16:creationId xmlns:a16="http://schemas.microsoft.com/office/drawing/2014/main" id="{5089D72C-E865-F5D3-CB1E-050AEF684453}"/>
              </a:ext>
            </a:extLst>
          </p:cNvPr>
          <p:cNvSpPr>
            <a:spLocks noGrp="1"/>
          </p:cNvSpPr>
          <p:nvPr>
            <p:ph type="body" sz="quarter" idx="32"/>
          </p:nvPr>
        </p:nvSpPr>
        <p:spPr>
          <a:xfrm>
            <a:off x="6172200"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29" name="Picture Placeholder 17">
            <a:extLst>
              <a:ext uri="{FF2B5EF4-FFF2-40B4-BE49-F238E27FC236}">
                <a16:creationId xmlns:a16="http://schemas.microsoft.com/office/drawing/2014/main" id="{D1C71745-769D-8F16-2B61-EF5D4012F1E3}"/>
              </a:ext>
            </a:extLst>
          </p:cNvPr>
          <p:cNvSpPr>
            <a:spLocks noGrp="1" noChangeAspect="1"/>
          </p:cNvSpPr>
          <p:nvPr>
            <p:ph type="pic" sz="quarter" idx="15"/>
          </p:nvPr>
        </p:nvSpPr>
        <p:spPr>
          <a:xfrm>
            <a:off x="9317533" y="1658061"/>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37" name="Text Placeholder 19">
            <a:extLst>
              <a:ext uri="{FF2B5EF4-FFF2-40B4-BE49-F238E27FC236}">
                <a16:creationId xmlns:a16="http://schemas.microsoft.com/office/drawing/2014/main" id="{D6D40AAC-2768-6F48-97AE-FD958D89FD8E}"/>
              </a:ext>
            </a:extLst>
          </p:cNvPr>
          <p:cNvSpPr>
            <a:spLocks noGrp="1"/>
          </p:cNvSpPr>
          <p:nvPr>
            <p:ph type="body" sz="quarter" idx="23"/>
          </p:nvPr>
        </p:nvSpPr>
        <p:spPr>
          <a:xfrm>
            <a:off x="8705088" y="2926080"/>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36" name="Text Placeholder 19">
            <a:extLst>
              <a:ext uri="{FF2B5EF4-FFF2-40B4-BE49-F238E27FC236}">
                <a16:creationId xmlns:a16="http://schemas.microsoft.com/office/drawing/2014/main" id="{85652007-C32E-173C-2A5F-B1C08D6140DD}"/>
              </a:ext>
            </a:extLst>
          </p:cNvPr>
          <p:cNvSpPr>
            <a:spLocks noGrp="1"/>
          </p:cNvSpPr>
          <p:nvPr>
            <p:ph type="body" sz="quarter" idx="22"/>
          </p:nvPr>
        </p:nvSpPr>
        <p:spPr>
          <a:xfrm>
            <a:off x="8705088" y="3145536"/>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47" name="Picture Placeholder 17">
            <a:extLst>
              <a:ext uri="{FF2B5EF4-FFF2-40B4-BE49-F238E27FC236}">
                <a16:creationId xmlns:a16="http://schemas.microsoft.com/office/drawing/2014/main" id="{4F7ECA98-24CD-8CC5-A3EC-BFF5E9B11748}"/>
              </a:ext>
            </a:extLst>
          </p:cNvPr>
          <p:cNvSpPr>
            <a:spLocks noGrp="1" noChangeAspect="1"/>
          </p:cNvSpPr>
          <p:nvPr>
            <p:ph type="pic" sz="quarter" idx="27"/>
          </p:nvPr>
        </p:nvSpPr>
        <p:spPr>
          <a:xfrm>
            <a:off x="9317533" y="3818492"/>
            <a:ext cx="1160392" cy="1161288"/>
          </a:xfrm>
        </p:spPr>
        <p:txBody>
          <a:bodyPr anchor="ctr">
            <a:normAutofit/>
          </a:bodyPr>
          <a:lstStyle>
            <a:lvl1pPr marL="0" indent="0" algn="ctr">
              <a:buNone/>
              <a:defRPr sz="1800"/>
            </a:lvl1pPr>
          </a:lstStyle>
          <a:p>
            <a:r>
              <a:rPr lang="en-US"/>
              <a:t>Click icon to add picture</a:t>
            </a:r>
            <a:endParaRPr lang="en-US" dirty="0"/>
          </a:p>
        </p:txBody>
      </p:sp>
      <p:sp>
        <p:nvSpPr>
          <p:cNvPr id="42" name="Text Placeholder 19">
            <a:extLst>
              <a:ext uri="{FF2B5EF4-FFF2-40B4-BE49-F238E27FC236}">
                <a16:creationId xmlns:a16="http://schemas.microsoft.com/office/drawing/2014/main" id="{46CBECF2-D93E-3DF9-064C-CB4A3262B691}"/>
              </a:ext>
            </a:extLst>
          </p:cNvPr>
          <p:cNvSpPr>
            <a:spLocks noGrp="1"/>
          </p:cNvSpPr>
          <p:nvPr>
            <p:ph type="body" sz="quarter" idx="35"/>
          </p:nvPr>
        </p:nvSpPr>
        <p:spPr>
          <a:xfrm>
            <a:off x="8705088" y="5086511"/>
            <a:ext cx="2322576" cy="182880"/>
          </a:xfrm>
        </p:spPr>
        <p:txBody>
          <a:bodyPr anchor="ctr">
            <a:noAutofit/>
          </a:bodyPr>
          <a:lstStyle>
            <a:lvl1pPr marL="0" indent="0" algn="ctr">
              <a:lnSpc>
                <a:spcPct val="100000"/>
              </a:lnSpc>
              <a:spcBef>
                <a:spcPts val="0"/>
              </a:spcBef>
              <a:buNone/>
              <a:defRPr sz="1600" spc="20" baseline="0">
                <a:latin typeface="Gill Sans Nova" panose="020B0602020104020203" pitchFamily="34" charset="0"/>
              </a:defRPr>
            </a:lvl1pPr>
          </a:lstStyle>
          <a:p>
            <a:pPr lvl="0"/>
            <a:r>
              <a:rPr lang="en-US"/>
              <a:t>Click to edit Master text styles</a:t>
            </a:r>
          </a:p>
        </p:txBody>
      </p:sp>
      <p:sp>
        <p:nvSpPr>
          <p:cNvPr id="41" name="Text Placeholder 19">
            <a:extLst>
              <a:ext uri="{FF2B5EF4-FFF2-40B4-BE49-F238E27FC236}">
                <a16:creationId xmlns:a16="http://schemas.microsoft.com/office/drawing/2014/main" id="{71E06E16-A083-B853-8155-7FF97AD1DE8F}"/>
              </a:ext>
            </a:extLst>
          </p:cNvPr>
          <p:cNvSpPr>
            <a:spLocks noGrp="1"/>
          </p:cNvSpPr>
          <p:nvPr>
            <p:ph type="body" sz="quarter" idx="34"/>
          </p:nvPr>
        </p:nvSpPr>
        <p:spPr>
          <a:xfrm>
            <a:off x="8705088" y="5305967"/>
            <a:ext cx="2322576" cy="265176"/>
          </a:xfrm>
        </p:spPr>
        <p:txBody>
          <a:bodyPr anchor="ctr">
            <a:noAutofit/>
          </a:bodyPr>
          <a:lstStyle>
            <a:lvl1pPr marL="0" indent="0" algn="ctr">
              <a:lnSpc>
                <a:spcPct val="100000"/>
              </a:lnSpc>
              <a:spcBef>
                <a:spcPts val="0"/>
              </a:spcBef>
              <a:buNone/>
              <a:defRPr sz="1400" spc="20" baseline="0">
                <a:latin typeface="+mn-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08AD4DF5-3AA4-926D-00B1-1C24F968F4AD}"/>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CE3EC206-AFEC-E74D-0522-B0D47B2E7A6E}"/>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62232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Title and Content">
    <p:bg>
      <p:bgPr>
        <a:solidFill>
          <a:schemeClr val="tx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EB05881-FB11-43E8-CCDD-8C12CDB4FE47}"/>
              </a:ext>
            </a:extLst>
          </p:cNvPr>
          <p:cNvSpPr/>
          <p:nvPr userDrawn="1"/>
        </p:nvSpPr>
        <p:spPr>
          <a:xfrm>
            <a:off x="838199" y="196052"/>
            <a:ext cx="10515601" cy="168671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descr="A picture containing fabric&#10;&#10;Description automatically generated">
            <a:extLst>
              <a:ext uri="{FF2B5EF4-FFF2-40B4-BE49-F238E27FC236}">
                <a16:creationId xmlns:a16="http://schemas.microsoft.com/office/drawing/2014/main" id="{A4941BBB-13FC-2ACE-1A50-C0F465531B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5400000">
            <a:off x="5314950" y="-64113"/>
            <a:ext cx="1562100" cy="4394200"/>
          </a:xfrm>
          <a:prstGeom prst="rect">
            <a:avLst/>
          </a:prstGeom>
        </p:spPr>
      </p:pic>
      <p:sp>
        <p:nvSpPr>
          <p:cNvPr id="11" name="Rectangle 10">
            <a:extLst>
              <a:ext uri="{FF2B5EF4-FFF2-40B4-BE49-F238E27FC236}">
                <a16:creationId xmlns:a16="http://schemas.microsoft.com/office/drawing/2014/main" id="{D8BE9E36-E9D5-3FA6-EE22-A6E5CE13C462}"/>
              </a:ext>
            </a:extLst>
          </p:cNvPr>
          <p:cNvSpPr/>
          <p:nvPr userDrawn="1"/>
        </p:nvSpPr>
        <p:spPr>
          <a:xfrm>
            <a:off x="995423"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 name="Picture 12" descr="A picture containing flower, plant&#10;&#10;Description automatically generated">
            <a:extLst>
              <a:ext uri="{FF2B5EF4-FFF2-40B4-BE49-F238E27FC236}">
                <a16:creationId xmlns:a16="http://schemas.microsoft.com/office/drawing/2014/main" id="{479E4054-0885-457B-35B3-A9B26ED93606}"/>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rot="5400000">
            <a:off x="4869421" y="459092"/>
            <a:ext cx="749300" cy="2755900"/>
          </a:xfrm>
          <a:prstGeom prst="rect">
            <a:avLst/>
          </a:prstGeom>
        </p:spPr>
      </p:pic>
      <p:sp>
        <p:nvSpPr>
          <p:cNvPr id="2" name="Title 1">
            <a:extLst>
              <a:ext uri="{FF2B5EF4-FFF2-40B4-BE49-F238E27FC236}">
                <a16:creationId xmlns:a16="http://schemas.microsoft.com/office/drawing/2014/main" id="{3CD97974-B93C-4C96-B3F6-F69E3D6DE6CA}"/>
              </a:ext>
            </a:extLst>
          </p:cNvPr>
          <p:cNvSpPr>
            <a:spLocks noGrp="1"/>
          </p:cNvSpPr>
          <p:nvPr>
            <p:ph type="title"/>
          </p:nvPr>
        </p:nvSpPr>
        <p:spPr>
          <a:xfrm>
            <a:off x="838200" y="484632"/>
            <a:ext cx="10515600" cy="1133856"/>
          </a:xfrm>
        </p:spPr>
        <p:txBody>
          <a:bodyPr/>
          <a:lstStyle>
            <a:lvl1pPr algn="ctr">
              <a:defRPr>
                <a:latin typeface="Baskerville" panose="02020502070401020303" pitchFamily="18" charset="0"/>
                <a:ea typeface="Baskerville" panose="02020502070401020303" pitchFamily="18" charset="0"/>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A6FC6F2-80B4-49A7-9448-33FE2DF0E967}"/>
              </a:ext>
            </a:extLst>
          </p:cNvPr>
          <p:cNvSpPr>
            <a:spLocks noGrp="1"/>
          </p:cNvSpPr>
          <p:nvPr>
            <p:ph idx="1"/>
          </p:nvPr>
        </p:nvSpPr>
        <p:spPr>
          <a:xfrm>
            <a:off x="838200" y="2990088"/>
            <a:ext cx="10515600" cy="3474720"/>
          </a:xfrm>
        </p:spPr>
        <p:txBody>
          <a:bodyPr/>
          <a:lstStyle>
            <a:lvl1pPr>
              <a:defRPr>
                <a:latin typeface="Gill Sans Nova Light" panose="020F0302020204030204" pitchFamily="34" charset="0"/>
                <a:cs typeface="Gill Sans Nova Light" panose="020F0302020204030204" pitchFamily="34" charset="0"/>
              </a:defRPr>
            </a:lvl1pPr>
            <a:lvl2pPr>
              <a:defRPr>
                <a:latin typeface="Gill Sans Nova Light" panose="020F0302020204030204" pitchFamily="34" charset="0"/>
                <a:cs typeface="Gill Sans Nova Light" panose="020F0302020204030204" pitchFamily="34" charset="0"/>
              </a:defRPr>
            </a:lvl2pPr>
            <a:lvl3pPr>
              <a:defRPr>
                <a:latin typeface="Gill Sans Nova Light" panose="020F0302020204030204" pitchFamily="34" charset="0"/>
                <a:cs typeface="Gill Sans Nova Light" panose="020F0302020204030204" pitchFamily="34" charset="0"/>
              </a:defRPr>
            </a:lvl3pPr>
            <a:lvl4pPr>
              <a:defRPr>
                <a:latin typeface="Gill Sans Nova Light" panose="020F0302020204030204" pitchFamily="34" charset="0"/>
                <a:cs typeface="Gill Sans Nova Light" panose="020F0302020204030204" pitchFamily="34" charset="0"/>
              </a:defRPr>
            </a:lvl4pPr>
            <a:lvl5pPr>
              <a:defRPr>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Footer Placeholder 13">
            <a:extLst>
              <a:ext uri="{FF2B5EF4-FFF2-40B4-BE49-F238E27FC236}">
                <a16:creationId xmlns:a16="http://schemas.microsoft.com/office/drawing/2014/main" id="{C6C79F3B-6B68-BA3C-6CBE-C26E339E450E}"/>
              </a:ext>
            </a:extLst>
          </p:cNvPr>
          <p:cNvSpPr>
            <a:spLocks noGrp="1"/>
          </p:cNvSpPr>
          <p:nvPr>
            <p:ph type="ftr" sz="quarter" idx="10"/>
          </p:nvPr>
        </p:nvSpPr>
        <p:spPr/>
        <p:txBody>
          <a:bodyPr/>
          <a:lstStyle/>
          <a:p>
            <a:r>
              <a:rPr lang="en-US"/>
              <a:t>Presentation title</a:t>
            </a:r>
            <a:endParaRPr lang="en-US" dirty="0"/>
          </a:p>
        </p:txBody>
      </p:sp>
      <p:sp>
        <p:nvSpPr>
          <p:cNvPr id="15" name="Slide Number Placeholder 14">
            <a:extLst>
              <a:ext uri="{FF2B5EF4-FFF2-40B4-BE49-F238E27FC236}">
                <a16:creationId xmlns:a16="http://schemas.microsoft.com/office/drawing/2014/main" id="{9D503431-982D-5D35-88BF-09474F76D65D}"/>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791044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68407D-A1C4-B842-0C34-B2DE8AD312D3}"/>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DA1AE7FB-DFC0-DCDA-47AD-6ED81A6427FA}"/>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0" name="Picture 9" descr="A picture containing mollusk, insect&#10;&#10;Description automatically generated">
            <a:extLst>
              <a:ext uri="{FF2B5EF4-FFF2-40B4-BE49-F238E27FC236}">
                <a16:creationId xmlns:a16="http://schemas.microsoft.com/office/drawing/2014/main" id="{7A4DFCBA-879E-D6C9-9F81-B4F92254235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2" name="Title 1">
            <a:extLst>
              <a:ext uri="{FF2B5EF4-FFF2-40B4-BE49-F238E27FC236}">
                <a16:creationId xmlns:a16="http://schemas.microsoft.com/office/drawing/2014/main" id="{B8562BF3-1BFC-6948-02E0-8A1C121C387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Footer Placeholder 2">
            <a:extLst>
              <a:ext uri="{FF2B5EF4-FFF2-40B4-BE49-F238E27FC236}">
                <a16:creationId xmlns:a16="http://schemas.microsoft.com/office/drawing/2014/main" id="{E158D7F8-0920-52BA-580D-07249122876C}"/>
              </a:ext>
            </a:extLst>
          </p:cNvPr>
          <p:cNvSpPr>
            <a:spLocks noGrp="1"/>
          </p:cNvSpPr>
          <p:nvPr>
            <p:ph type="ftr" sz="quarter" idx="10"/>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9E6611EB-89A4-4C55-4032-4D0C418398DB}"/>
              </a:ext>
            </a:extLst>
          </p:cNvPr>
          <p:cNvSpPr>
            <a:spLocks noGrp="1"/>
          </p:cNvSpPr>
          <p:nvPr>
            <p:ph type="sldNum" sz="quarter" idx="11"/>
          </p:nvPr>
        </p:nvSpPr>
        <p:spPr/>
        <p:txBody>
          <a:bodyPr/>
          <a:lstStyle/>
          <a:p>
            <a:fld id="{294A09A9-5501-47C1-A89A-A340965A2BE2}" type="slidenum">
              <a:rPr lang="en-US" smtClean="0"/>
              <a:pPr/>
              <a:t>‹#›</a:t>
            </a:fld>
            <a:endParaRPr lang="en-US" dirty="0"/>
          </a:p>
        </p:txBody>
      </p:sp>
      <p:sp>
        <p:nvSpPr>
          <p:cNvPr id="12" name="Content Placeholder 11">
            <a:extLst>
              <a:ext uri="{FF2B5EF4-FFF2-40B4-BE49-F238E27FC236}">
                <a16:creationId xmlns:a16="http://schemas.microsoft.com/office/drawing/2014/main" id="{C6963F99-41C3-5ED4-AAD8-B904145CC7EA}"/>
              </a:ext>
            </a:extLst>
          </p:cNvPr>
          <p:cNvSpPr>
            <a:spLocks noGrp="1"/>
          </p:cNvSpPr>
          <p:nvPr>
            <p:ph sz="quarter" idx="12"/>
          </p:nvPr>
        </p:nvSpPr>
        <p:spPr>
          <a:xfrm>
            <a:off x="975360" y="2615184"/>
            <a:ext cx="10241280" cy="33192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180349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B2F7EB7A-F5B6-E308-68EE-3065E2B039A6}"/>
              </a:ext>
            </a:extLst>
          </p:cNvPr>
          <p:cNvSpPr/>
          <p:nvPr userDrawn="1"/>
        </p:nvSpPr>
        <p:spPr>
          <a:xfrm>
            <a:off x="0" y="0"/>
            <a:ext cx="4873752"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descr="A close-up of a tree&#10;&#10;Description automatically generated with medium confidence">
            <a:extLst>
              <a:ext uri="{FF2B5EF4-FFF2-40B4-BE49-F238E27FC236}">
                <a16:creationId xmlns:a16="http://schemas.microsoft.com/office/drawing/2014/main" id="{FED57607-56F6-9FD5-F0A8-DE0BCFE896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rot="2866459" flipH="1">
            <a:off x="2282032" y="1589693"/>
            <a:ext cx="970220" cy="2236127"/>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6291072" y="978408"/>
            <a:ext cx="4974336" cy="1325880"/>
          </a:xfrm>
        </p:spPr>
        <p:txBody>
          <a:bodyPr/>
          <a:lstStyle/>
          <a:p>
            <a:r>
              <a:rPr lang="en-US"/>
              <a:t>Click to edit Master title style</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29" name="Text Placeholder 2">
            <a:extLst>
              <a:ext uri="{FF2B5EF4-FFF2-40B4-BE49-F238E27FC236}">
                <a16:creationId xmlns:a16="http://schemas.microsoft.com/office/drawing/2014/main" id="{DEF26CDF-94D4-BA22-7D14-8D3289040C90}"/>
              </a:ext>
            </a:extLst>
          </p:cNvPr>
          <p:cNvSpPr>
            <a:spLocks noGrp="1"/>
          </p:cNvSpPr>
          <p:nvPr>
            <p:ph type="body" idx="1"/>
          </p:nvPr>
        </p:nvSpPr>
        <p:spPr>
          <a:xfrm>
            <a:off x="6291072" y="2322576"/>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Content Placeholder 3">
            <a:extLst>
              <a:ext uri="{FF2B5EF4-FFF2-40B4-BE49-F238E27FC236}">
                <a16:creationId xmlns:a16="http://schemas.microsoft.com/office/drawing/2014/main" id="{0017BF0C-B2B7-932F-A9AE-5BFAE4AB5C4D}"/>
              </a:ext>
            </a:extLst>
          </p:cNvPr>
          <p:cNvSpPr>
            <a:spLocks noGrp="1"/>
          </p:cNvSpPr>
          <p:nvPr>
            <p:ph sz="half" idx="2"/>
          </p:nvPr>
        </p:nvSpPr>
        <p:spPr>
          <a:xfrm>
            <a:off x="6289612" y="2770632"/>
            <a:ext cx="5065776" cy="1554480"/>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1" name="Text Placeholder 4">
            <a:extLst>
              <a:ext uri="{FF2B5EF4-FFF2-40B4-BE49-F238E27FC236}">
                <a16:creationId xmlns:a16="http://schemas.microsoft.com/office/drawing/2014/main" id="{DEAB8B47-DF86-7C9F-F027-2D4D22B2EA50}"/>
              </a:ext>
            </a:extLst>
          </p:cNvPr>
          <p:cNvSpPr>
            <a:spLocks noGrp="1"/>
          </p:cNvSpPr>
          <p:nvPr>
            <p:ph type="body" sz="quarter" idx="3"/>
          </p:nvPr>
        </p:nvSpPr>
        <p:spPr>
          <a:xfrm>
            <a:off x="6289612" y="4361688"/>
            <a:ext cx="5065776" cy="448056"/>
          </a:xfrm>
        </p:spPr>
        <p:txBody>
          <a:bodyPr anchor="b">
            <a:normAutofit/>
          </a:bodyPr>
          <a:lstStyle>
            <a:lvl1pPr marL="0" indent="0">
              <a:buFont typeface="Arial" panose="020B0604020202020204" pitchFamily="34" charse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2" name="Content Placeholder 5">
            <a:extLst>
              <a:ext uri="{FF2B5EF4-FFF2-40B4-BE49-F238E27FC236}">
                <a16:creationId xmlns:a16="http://schemas.microsoft.com/office/drawing/2014/main" id="{9BEB2D80-6263-5794-6A1A-CFF345F7A92E}"/>
              </a:ext>
            </a:extLst>
          </p:cNvPr>
          <p:cNvSpPr>
            <a:spLocks noGrp="1"/>
          </p:cNvSpPr>
          <p:nvPr>
            <p:ph sz="quarter" idx="4"/>
          </p:nvPr>
        </p:nvSpPr>
        <p:spPr>
          <a:xfrm>
            <a:off x="6289612" y="4791456"/>
            <a:ext cx="5065776" cy="1408176"/>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38" name="Picture 37" descr="A group of flowers&#10;&#10;Description automatically generated with low confidence">
            <a:extLst>
              <a:ext uri="{FF2B5EF4-FFF2-40B4-BE49-F238E27FC236}">
                <a16:creationId xmlns:a16="http://schemas.microsoft.com/office/drawing/2014/main" id="{5B08C513-7071-2499-7E9D-CFD5A027C099}"/>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flipH="1">
            <a:off x="1019083" y="2260473"/>
            <a:ext cx="1245309" cy="2314810"/>
          </a:xfrm>
          <a:prstGeom prst="rect">
            <a:avLst/>
          </a:prstGeom>
        </p:spPr>
      </p:pic>
      <p:sp>
        <p:nvSpPr>
          <p:cNvPr id="34" name="Text Placeholder 33">
            <a:extLst>
              <a:ext uri="{FF2B5EF4-FFF2-40B4-BE49-F238E27FC236}">
                <a16:creationId xmlns:a16="http://schemas.microsoft.com/office/drawing/2014/main" id="{BD46E6E9-39FE-B605-0786-F7F7E656F9B0}"/>
              </a:ext>
            </a:extLst>
          </p:cNvPr>
          <p:cNvSpPr>
            <a:spLocks noGrp="1"/>
          </p:cNvSpPr>
          <p:nvPr>
            <p:ph type="body" sz="quarter" idx="13" hasCustomPrompt="1"/>
          </p:nvPr>
        </p:nvSpPr>
        <p:spPr>
          <a:xfrm>
            <a:off x="466344" y="1426464"/>
            <a:ext cx="3922776" cy="4242816"/>
          </a:xfrm>
        </p:spPr>
        <p:txBody>
          <a:bodyPr anchor="ctr">
            <a:normAutofit/>
          </a:bodyPr>
          <a:lstStyle>
            <a:lvl1pPr marL="0" indent="0" algn="ctr">
              <a:spcBef>
                <a:spcPts val="0"/>
              </a:spcBef>
              <a:buNone/>
              <a:defRPr sz="30000">
                <a:solidFill>
                  <a:schemeClr val="bg1"/>
                </a:solidFill>
                <a:latin typeface="+mj-lt"/>
              </a:defRPr>
            </a:lvl1pPr>
          </a:lstStyle>
          <a:p>
            <a:pPr lvl="0"/>
            <a:r>
              <a:rPr lang="en-US" dirty="0"/>
              <a:t>X</a:t>
            </a:r>
          </a:p>
        </p:txBody>
      </p:sp>
    </p:spTree>
    <p:extLst>
      <p:ext uri="{BB962C8B-B14F-4D97-AF65-F5344CB8AC3E}">
        <p14:creationId xmlns:p14="http://schemas.microsoft.com/office/powerpoint/2010/main" val="4062460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TxTwoObj" preserve="1">
  <p:cSld name="1_Comparison">
    <p:bg>
      <p:bgPr>
        <a:solidFill>
          <a:schemeClr val="tx2"/>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88546F5-5752-9595-980A-9978EC65B179}"/>
              </a:ext>
            </a:extLst>
          </p:cNvPr>
          <p:cNvSpPr/>
          <p:nvPr userDrawn="1"/>
        </p:nvSpPr>
        <p:spPr>
          <a:xfrm>
            <a:off x="491679" y="319214"/>
            <a:ext cx="11208641" cy="58577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2" name="Straight Connector 11">
            <a:extLst>
              <a:ext uri="{FF2B5EF4-FFF2-40B4-BE49-F238E27FC236}">
                <a16:creationId xmlns:a16="http://schemas.microsoft.com/office/drawing/2014/main" id="{788B1DFD-B7E9-D65B-0A47-8D442617B0D0}"/>
              </a:ext>
            </a:extLst>
          </p:cNvPr>
          <p:cNvCxnSpPr>
            <a:cxnSpLocks/>
          </p:cNvCxnSpPr>
          <p:nvPr userDrawn="1"/>
        </p:nvCxnSpPr>
        <p:spPr>
          <a:xfrm>
            <a:off x="837235" y="1767119"/>
            <a:ext cx="10516564" cy="0"/>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 name="Picture 13" descr="A picture containing mollusk, insect&#10;&#10;Description automatically generated">
            <a:extLst>
              <a:ext uri="{FF2B5EF4-FFF2-40B4-BE49-F238E27FC236}">
                <a16:creationId xmlns:a16="http://schemas.microsoft.com/office/drawing/2014/main" id="{4190CCC3-E5E8-9E96-318B-F3F62E2328D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5658" y="1631192"/>
            <a:ext cx="1207554" cy="354511"/>
          </a:xfrm>
          <a:prstGeom prst="rect">
            <a:avLst/>
          </a:prstGeom>
        </p:spPr>
      </p:pic>
      <p:sp>
        <p:nvSpPr>
          <p:cNvPr id="2" name="Title 1">
            <a:extLst>
              <a:ext uri="{FF2B5EF4-FFF2-40B4-BE49-F238E27FC236}">
                <a16:creationId xmlns:a16="http://schemas.microsoft.com/office/drawing/2014/main" id="{5A0D1FF5-7EF8-4250-A259-43050ABBD3B6}"/>
              </a:ext>
            </a:extLst>
          </p:cNvPr>
          <p:cNvSpPr>
            <a:spLocks noGrp="1"/>
          </p:cNvSpPr>
          <p:nvPr>
            <p:ph type="title"/>
          </p:nvPr>
        </p:nvSpPr>
        <p:spPr>
          <a:xfrm>
            <a:off x="839788" y="365125"/>
            <a:ext cx="10515600" cy="1325563"/>
          </a:xfrm>
        </p:spPr>
        <p:txBody>
          <a:bodyPr/>
          <a:lstStyle>
            <a:lvl1pPr algn="ctr">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73DC3A9-D4E6-42CF-91A8-F267C7C66CCB}"/>
              </a:ext>
            </a:extLst>
          </p:cNvPr>
          <p:cNvSpPr>
            <a:spLocks noGrp="1"/>
          </p:cNvSpPr>
          <p:nvPr>
            <p:ph type="body" idx="1"/>
          </p:nvPr>
        </p:nvSpPr>
        <p:spPr>
          <a:xfrm>
            <a:off x="1124712"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752CCA9-53A3-4DA5-AD45-C2A2C12A3A6A}"/>
              </a:ext>
            </a:extLst>
          </p:cNvPr>
          <p:cNvSpPr>
            <a:spLocks noGrp="1"/>
          </p:cNvSpPr>
          <p:nvPr>
            <p:ph sz="half" idx="2"/>
          </p:nvPr>
        </p:nvSpPr>
        <p:spPr>
          <a:xfrm>
            <a:off x="1124712" y="2629116"/>
            <a:ext cx="3200400" cy="3320861"/>
          </a:xfrm>
        </p:spPr>
        <p:txBody>
          <a:bodyPr>
            <a:normAutofit/>
          </a:bodyPr>
          <a:lstStyle>
            <a:lvl1pPr marL="228600" indent="-228600">
              <a:buClr>
                <a:srgbClr val="73292A"/>
              </a:buClr>
              <a:buFont typeface="Arial" panose="020B0604020202020204" pitchFamily="34" charset="0"/>
              <a:buChar char="•"/>
              <a:defRPr sz="1600"/>
            </a:lvl1pPr>
            <a:lvl2pPr marL="685800" indent="-228600">
              <a:buClr>
                <a:srgbClr val="73292A"/>
              </a:buClr>
              <a:buFont typeface="Arial" panose="020B0604020202020204" pitchFamily="34" charset="0"/>
              <a:buChar char="•"/>
              <a:defRPr sz="1400"/>
            </a:lvl2pPr>
            <a:lvl3pPr marL="1143000" indent="-228600">
              <a:buClr>
                <a:srgbClr val="73292A"/>
              </a:buClr>
              <a:buFont typeface="Arial" panose="020B0604020202020204" pitchFamily="34" charset="0"/>
              <a:buChar char="•"/>
              <a:defRPr sz="1200"/>
            </a:lvl3pPr>
            <a:lvl4pPr marL="1600200" indent="-228600">
              <a:buClr>
                <a:srgbClr val="73292A"/>
              </a:buClr>
              <a:buFont typeface="Arial" panose="020B0604020202020204" pitchFamily="34" charset="0"/>
              <a:buChar char="•"/>
              <a:defRPr sz="1100"/>
            </a:lvl4pPr>
            <a:lvl5pPr marL="2057400" indent="-228600">
              <a:buClr>
                <a:srgbClr val="73292A"/>
              </a:buClr>
              <a:buFont typeface="Arial" panose="020B0604020202020204" pitchFamily="34" charset="0"/>
              <a:buChar cha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2100C9C6-BD61-4D2C-9146-FB785BAE4FF3}"/>
              </a:ext>
            </a:extLst>
          </p:cNvPr>
          <p:cNvSpPr>
            <a:spLocks noGrp="1"/>
          </p:cNvSpPr>
          <p:nvPr>
            <p:ph type="body" sz="quarter" idx="3"/>
          </p:nvPr>
        </p:nvSpPr>
        <p:spPr>
          <a:xfrm>
            <a:off x="4498848"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E342EE-68BB-484D-98C3-48A7847549D4}"/>
              </a:ext>
            </a:extLst>
          </p:cNvPr>
          <p:cNvSpPr>
            <a:spLocks noGrp="1"/>
          </p:cNvSpPr>
          <p:nvPr>
            <p:ph sz="quarter" idx="4"/>
          </p:nvPr>
        </p:nvSpPr>
        <p:spPr>
          <a:xfrm>
            <a:off x="4498848"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3A51CCCC-1589-401D-AE98-FC28716301EF}"/>
              </a:ext>
            </a:extLst>
          </p:cNvPr>
          <p:cNvSpPr>
            <a:spLocks noGrp="1"/>
          </p:cNvSpPr>
          <p:nvPr>
            <p:ph type="ftr" sz="quarter" idx="11"/>
          </p:nvPr>
        </p:nvSpPr>
        <p:spPr/>
        <p:txBody>
          <a:bodyPr/>
          <a:lstStyle/>
          <a:p>
            <a:r>
              <a:rPr lang="en-US"/>
              <a:t>Presentation title</a:t>
            </a:r>
            <a:endParaRPr lang="en-US" dirty="0"/>
          </a:p>
        </p:txBody>
      </p:sp>
      <p:sp>
        <p:nvSpPr>
          <p:cNvPr id="9" name="Slide Number Placeholder 8">
            <a:extLst>
              <a:ext uri="{FF2B5EF4-FFF2-40B4-BE49-F238E27FC236}">
                <a16:creationId xmlns:a16="http://schemas.microsoft.com/office/drawing/2014/main" id="{285D9D7D-8D9A-473E-AF0D-EF1940D793C3}"/>
              </a:ext>
            </a:extLst>
          </p:cNvPr>
          <p:cNvSpPr>
            <a:spLocks noGrp="1"/>
          </p:cNvSpPr>
          <p:nvPr>
            <p:ph type="sldNum" sz="quarter" idx="12"/>
          </p:nvPr>
        </p:nvSpPr>
        <p:spPr/>
        <p:txBody>
          <a:bodyPr/>
          <a:lstStyle/>
          <a:p>
            <a:fld id="{294A09A9-5501-47C1-A89A-A340965A2BE2}" type="slidenum">
              <a:rPr lang="en-US" smtClean="0"/>
              <a:t>‹#›</a:t>
            </a:fld>
            <a:endParaRPr lang="en-US" dirty="0"/>
          </a:p>
        </p:txBody>
      </p:sp>
      <p:sp>
        <p:nvSpPr>
          <p:cNvPr id="15" name="Text Placeholder 4">
            <a:extLst>
              <a:ext uri="{FF2B5EF4-FFF2-40B4-BE49-F238E27FC236}">
                <a16:creationId xmlns:a16="http://schemas.microsoft.com/office/drawing/2014/main" id="{F270D939-D128-D431-82CE-9C15D5A7AA9A}"/>
              </a:ext>
            </a:extLst>
          </p:cNvPr>
          <p:cNvSpPr>
            <a:spLocks noGrp="1"/>
          </p:cNvSpPr>
          <p:nvPr>
            <p:ph type="body" sz="quarter" idx="13"/>
          </p:nvPr>
        </p:nvSpPr>
        <p:spPr>
          <a:xfrm>
            <a:off x="7909560" y="2161563"/>
            <a:ext cx="3200400" cy="427797"/>
          </a:xfrm>
        </p:spPr>
        <p:txBody>
          <a:bodyPr anchor="b">
            <a:normAutofit/>
          </a:bodyPr>
          <a:lstStyle>
            <a:lvl1pPr marL="0" indent="0">
              <a:buNone/>
              <a:defRPr sz="2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Content Placeholder 5">
            <a:extLst>
              <a:ext uri="{FF2B5EF4-FFF2-40B4-BE49-F238E27FC236}">
                <a16:creationId xmlns:a16="http://schemas.microsoft.com/office/drawing/2014/main" id="{4AAE69C6-BB37-BC70-8424-BC928D19C91A}"/>
              </a:ext>
            </a:extLst>
          </p:cNvPr>
          <p:cNvSpPr>
            <a:spLocks noGrp="1"/>
          </p:cNvSpPr>
          <p:nvPr>
            <p:ph sz="quarter" idx="14"/>
          </p:nvPr>
        </p:nvSpPr>
        <p:spPr>
          <a:xfrm>
            <a:off x="7909560" y="2629116"/>
            <a:ext cx="3200400" cy="3320861"/>
          </a:xfrm>
        </p:spPr>
        <p:txBody>
          <a:bodyPr>
            <a:normAutofit/>
          </a:bodyPr>
          <a:lstStyle>
            <a:lvl1pPr>
              <a:buClr>
                <a:srgbClr val="73292A"/>
              </a:buClr>
              <a:defRPr sz="1600"/>
            </a:lvl1pPr>
            <a:lvl2pPr>
              <a:buClr>
                <a:srgbClr val="73292A"/>
              </a:buClr>
              <a:defRPr sz="1400"/>
            </a:lvl2pPr>
            <a:lvl3pPr>
              <a:buClr>
                <a:srgbClr val="73292A"/>
              </a:buClr>
              <a:defRPr sz="1200"/>
            </a:lvl3pPr>
            <a:lvl4pPr>
              <a:buClr>
                <a:srgbClr val="73292A"/>
              </a:buClr>
              <a:defRPr sz="1100"/>
            </a:lvl4pPr>
            <a:lvl5pPr>
              <a:buClr>
                <a:srgbClr val="73292A"/>
              </a:buClr>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699083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pic>
        <p:nvPicPr>
          <p:cNvPr id="6" name="Picture 5" descr="A picture containing fabric&#10;&#10;Description automatically generated">
            <a:extLst>
              <a:ext uri="{FF2B5EF4-FFF2-40B4-BE49-F238E27FC236}">
                <a16:creationId xmlns:a16="http://schemas.microsoft.com/office/drawing/2014/main" id="{E0606CB6-3E28-F128-51B5-3786D74048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667013" y="1162701"/>
            <a:ext cx="1562100" cy="4394200"/>
          </a:xfrm>
          <a:prstGeom prst="rect">
            <a:avLst/>
          </a:prstGeom>
        </p:spPr>
      </p:pic>
      <p:sp>
        <p:nvSpPr>
          <p:cNvPr id="18" name="Rectangle 17">
            <a:extLst>
              <a:ext uri="{FF2B5EF4-FFF2-40B4-BE49-F238E27FC236}">
                <a16:creationId xmlns:a16="http://schemas.microsoft.com/office/drawing/2014/main" id="{E64BBC1B-7DD9-DA00-15CC-B446DA472005}"/>
              </a:ext>
            </a:extLst>
          </p:cNvPr>
          <p:cNvSpPr/>
          <p:nvPr userDrawn="1"/>
        </p:nvSpPr>
        <p:spPr>
          <a:xfrm>
            <a:off x="0" y="0"/>
            <a:ext cx="6096000" cy="6869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Picture 7" descr="A picture containing flower, plant&#10;&#10;Description automatically generated">
            <a:extLst>
              <a:ext uri="{FF2B5EF4-FFF2-40B4-BE49-F238E27FC236}">
                <a16:creationId xmlns:a16="http://schemas.microsoft.com/office/drawing/2014/main" id="{C88A03B2-8C41-A023-CB90-5F79A1F01AF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5777235" y="2476883"/>
            <a:ext cx="749300" cy="2755900"/>
          </a:xfrm>
          <a:prstGeom prst="rect">
            <a:avLst/>
          </a:prstGeom>
        </p:spPr>
      </p:pic>
      <p:pic>
        <p:nvPicPr>
          <p:cNvPr id="10" name="Picture 9" descr="A close-up of a flower&#10;&#10;Description automatically generated with low confidence">
            <a:extLst>
              <a:ext uri="{FF2B5EF4-FFF2-40B4-BE49-F238E27FC236}">
                <a16:creationId xmlns:a16="http://schemas.microsoft.com/office/drawing/2014/main" id="{9EA6110C-517A-C447-DB03-9A264F112FB0}"/>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19809" y="1695833"/>
            <a:ext cx="1155700" cy="4318000"/>
          </a:xfrm>
          <a:prstGeom prst="rect">
            <a:avLst/>
          </a:prstGeom>
        </p:spPr>
      </p:pic>
      <p:pic>
        <p:nvPicPr>
          <p:cNvPr id="12" name="Picture 11" descr="A close-up of a flower&#10;&#10;Description automatically generated with low confidence">
            <a:extLst>
              <a:ext uri="{FF2B5EF4-FFF2-40B4-BE49-F238E27FC236}">
                <a16:creationId xmlns:a16="http://schemas.microsoft.com/office/drawing/2014/main" id="{DC4249CD-2B45-A435-5B21-CFA704213867}"/>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66749" y="381916"/>
            <a:ext cx="1155700" cy="4318000"/>
          </a:xfrm>
          <a:prstGeom prst="rect">
            <a:avLst/>
          </a:prstGeom>
        </p:spPr>
      </p:pic>
      <p:sp>
        <p:nvSpPr>
          <p:cNvPr id="14" name="Rectangle 13">
            <a:extLst>
              <a:ext uri="{FF2B5EF4-FFF2-40B4-BE49-F238E27FC236}">
                <a16:creationId xmlns:a16="http://schemas.microsoft.com/office/drawing/2014/main" id="{7A7568A0-F819-551E-4780-20A651246990}"/>
              </a:ext>
            </a:extLst>
          </p:cNvPr>
          <p:cNvSpPr/>
          <p:nvPr userDrawn="1"/>
        </p:nvSpPr>
        <p:spPr>
          <a:xfrm>
            <a:off x="1024128" y="2162946"/>
            <a:ext cx="3794760" cy="253697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711D903-56F9-B09B-0443-A76786804823}"/>
              </a:ext>
            </a:extLst>
          </p:cNvPr>
          <p:cNvSpPr/>
          <p:nvPr userDrawn="1"/>
        </p:nvSpPr>
        <p:spPr>
          <a:xfrm>
            <a:off x="1131655" y="2264499"/>
            <a:ext cx="3585549" cy="2335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9D91551-9B41-0ACF-0BE6-9D174E6957FD}"/>
              </a:ext>
            </a:extLst>
          </p:cNvPr>
          <p:cNvSpPr>
            <a:spLocks noGrp="1"/>
          </p:cNvSpPr>
          <p:nvPr>
            <p:ph type="title"/>
          </p:nvPr>
        </p:nvSpPr>
        <p:spPr>
          <a:xfrm>
            <a:off x="1472184" y="2889504"/>
            <a:ext cx="2852928" cy="1088136"/>
          </a:xfrm>
        </p:spPr>
        <p:txBody>
          <a:bodyPr/>
          <a:lstStyle>
            <a:lvl1pPr algn="ctr">
              <a:defRPr/>
            </a:lvl1pPr>
          </a:lstStyle>
          <a:p>
            <a:r>
              <a:rPr lang="en-US"/>
              <a:t>Click to edit Master title style</a:t>
            </a:r>
          </a:p>
        </p:txBody>
      </p:sp>
      <p:sp>
        <p:nvSpPr>
          <p:cNvPr id="19" name="Content Placeholder 2">
            <a:extLst>
              <a:ext uri="{FF2B5EF4-FFF2-40B4-BE49-F238E27FC236}">
                <a16:creationId xmlns:a16="http://schemas.microsoft.com/office/drawing/2014/main" id="{545D3FB1-678F-0A9A-CCB6-435CE57DA0F6}"/>
              </a:ext>
            </a:extLst>
          </p:cNvPr>
          <p:cNvSpPr>
            <a:spLocks noGrp="1"/>
          </p:cNvSpPr>
          <p:nvPr>
            <p:ph idx="1"/>
          </p:nvPr>
        </p:nvSpPr>
        <p:spPr>
          <a:xfrm>
            <a:off x="8211312" y="2011680"/>
            <a:ext cx="2999232" cy="2843784"/>
          </a:xfrm>
        </p:spPr>
        <p:txBody>
          <a:bodyPr anchor="ctr">
            <a:normAutofit/>
          </a:bodyPr>
          <a:lstStyle>
            <a:lvl1pPr marL="0" indent="0" algn="l">
              <a:lnSpc>
                <a:spcPct val="150000"/>
              </a:lnSpc>
              <a:buNone/>
              <a:defRPr sz="2400">
                <a:latin typeface="Gill Sans Nova Light" panose="020F0302020204030204" pitchFamily="34" charset="0"/>
                <a:cs typeface="Gill Sans Nova Light" panose="020F0302020204030204" pitchFamily="34" charset="0"/>
              </a:defRPr>
            </a:lvl1pPr>
            <a:lvl2pPr algn="l">
              <a:lnSpc>
                <a:spcPct val="150000"/>
              </a:lnSpc>
              <a:defRPr sz="2000">
                <a:latin typeface="Gill Sans Nova Light" panose="020F0302020204030204" pitchFamily="34" charset="0"/>
                <a:cs typeface="Gill Sans Nova Light" panose="020F0302020204030204" pitchFamily="34" charset="0"/>
              </a:defRPr>
            </a:lvl2pPr>
            <a:lvl3pPr algn="ctr">
              <a:defRPr sz="1600">
                <a:latin typeface="Gill Sans Nova Light" panose="020F0302020204030204" pitchFamily="34" charset="0"/>
                <a:cs typeface="Gill Sans Nova Light" panose="020F0302020204030204" pitchFamily="34" charset="0"/>
              </a:defRPr>
            </a:lvl3pPr>
            <a:lvl4pPr algn="ctr">
              <a:defRPr sz="1400">
                <a:latin typeface="Gill Sans Nova Light" panose="020F0302020204030204" pitchFamily="34" charset="0"/>
                <a:cs typeface="Gill Sans Nova Light" panose="020F0302020204030204" pitchFamily="34" charset="0"/>
              </a:defRPr>
            </a:lvl4pPr>
            <a:lvl5pPr algn="ctr">
              <a:defRPr sz="1400">
                <a:latin typeface="Gill Sans Nova Light" panose="020F0302020204030204" pitchFamily="34" charset="0"/>
                <a:cs typeface="Gill Sans Nova Light" panose="020F0302020204030204" pitchFamily="34" charset="0"/>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4824669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D362110-9E75-C1E6-F3D3-769A27CB658B}"/>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80E61109-4A99-6337-9E7D-6AE0370E2A33}"/>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1" name="Picture 10" descr="A picture containing mollusk, insect&#10;&#10;Description automatically generated">
            <a:extLst>
              <a:ext uri="{FF2B5EF4-FFF2-40B4-BE49-F238E27FC236}">
                <a16:creationId xmlns:a16="http://schemas.microsoft.com/office/drawing/2014/main" id="{13B4663F-72DF-CD37-DE9D-C35DFB37E8B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12" name="Title 1">
            <a:extLst>
              <a:ext uri="{FF2B5EF4-FFF2-40B4-BE49-F238E27FC236}">
                <a16:creationId xmlns:a16="http://schemas.microsoft.com/office/drawing/2014/main" id="{C48BE494-2D3C-A618-4422-6EA9496986DA}"/>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6069ADF-8CD9-4E77-BB8D-70D8824C5AE3}"/>
              </a:ext>
            </a:extLst>
          </p:cNvPr>
          <p:cNvSpPr>
            <a:spLocks noGrp="1"/>
          </p:cNvSpPr>
          <p:nvPr>
            <p:ph sz="half" idx="1"/>
          </p:nvPr>
        </p:nvSpPr>
        <p:spPr>
          <a:xfrm>
            <a:off x="838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75F077D-E901-4AA9-B062-1C37FF407BFD}"/>
              </a:ext>
            </a:extLst>
          </p:cNvPr>
          <p:cNvSpPr>
            <a:spLocks noGrp="1"/>
          </p:cNvSpPr>
          <p:nvPr>
            <p:ph sz="half" idx="2"/>
          </p:nvPr>
        </p:nvSpPr>
        <p:spPr>
          <a:xfrm>
            <a:off x="6172200" y="2628461"/>
            <a:ext cx="5181600" cy="35485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C119B248-9F11-0A11-E6AF-776D371E14A3}"/>
              </a:ext>
            </a:extLst>
          </p:cNvPr>
          <p:cNvSpPr>
            <a:spLocks noGrp="1"/>
          </p:cNvSpPr>
          <p:nvPr>
            <p:ph type="ftr" sz="quarter" idx="10"/>
          </p:nvPr>
        </p:nvSpPr>
        <p:spPr/>
        <p:txBody>
          <a:bodyPr/>
          <a:lstStyle/>
          <a:p>
            <a:r>
              <a:rPr lang="en-US"/>
              <a:t>Presentation title</a:t>
            </a:r>
            <a:endParaRPr lang="en-US" dirty="0"/>
          </a:p>
        </p:txBody>
      </p:sp>
      <p:sp>
        <p:nvSpPr>
          <p:cNvPr id="8" name="Slide Number Placeholder 7">
            <a:extLst>
              <a:ext uri="{FF2B5EF4-FFF2-40B4-BE49-F238E27FC236}">
                <a16:creationId xmlns:a16="http://schemas.microsoft.com/office/drawing/2014/main" id="{85EFD48A-F270-E4EE-7C35-F4304F3DDF35}"/>
              </a:ext>
            </a:extLst>
          </p:cNvPr>
          <p:cNvSpPr>
            <a:spLocks noGrp="1"/>
          </p:cNvSpPr>
          <p:nvPr>
            <p:ph type="sldNum" sz="quarter" idx="11"/>
          </p:nvPr>
        </p:nvSpPr>
        <p:spPr/>
        <p:txBody>
          <a:body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3010694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A7DEB86-4C56-EB31-FEEE-EC8AA99FB456}"/>
              </a:ext>
            </a:extLst>
          </p:cNvPr>
          <p:cNvSpPr/>
          <p:nvPr userDrawn="1"/>
        </p:nvSpPr>
        <p:spPr>
          <a:xfrm>
            <a:off x="4680" y="0"/>
            <a:ext cx="12191999" cy="230924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F3C19EDA-96E7-C255-DFF9-F36A187EBACD}"/>
              </a:ext>
            </a:extLst>
          </p:cNvPr>
          <p:cNvSpPr/>
          <p:nvPr userDrawn="1"/>
        </p:nvSpPr>
        <p:spPr>
          <a:xfrm>
            <a:off x="1007819" y="319215"/>
            <a:ext cx="10185721" cy="144462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 name="Picture 6" descr="A picture containing mollusk, insect&#10;&#10;Description automatically generated">
            <a:extLst>
              <a:ext uri="{FF2B5EF4-FFF2-40B4-BE49-F238E27FC236}">
                <a16:creationId xmlns:a16="http://schemas.microsoft.com/office/drawing/2014/main" id="{FAD938FE-3B63-4832-B610-64346C069FA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496902" y="1631192"/>
            <a:ext cx="1207554" cy="354511"/>
          </a:xfrm>
          <a:prstGeom prst="rect">
            <a:avLst/>
          </a:prstGeom>
        </p:spPr>
      </p:pic>
      <p:sp>
        <p:nvSpPr>
          <p:cNvPr id="8" name="Title 1">
            <a:extLst>
              <a:ext uri="{FF2B5EF4-FFF2-40B4-BE49-F238E27FC236}">
                <a16:creationId xmlns:a16="http://schemas.microsoft.com/office/drawing/2014/main" id="{5B38128B-385C-B928-A4A8-BD98929D3DD4}"/>
              </a:ext>
            </a:extLst>
          </p:cNvPr>
          <p:cNvSpPr>
            <a:spLocks noGrp="1"/>
          </p:cNvSpPr>
          <p:nvPr>
            <p:ph type="title"/>
          </p:nvPr>
        </p:nvSpPr>
        <p:spPr>
          <a:xfrm>
            <a:off x="381000" y="381000"/>
            <a:ext cx="11430000" cy="1325563"/>
          </a:xfrm>
        </p:spPr>
        <p:txBody>
          <a:bodyPr/>
          <a:lstStyle>
            <a:lvl1pPr algn="ctr">
              <a:defRPr/>
            </a:lvl1p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6356206-85FD-45F5-A1F7-128DB34C860F}"/>
              </a:ext>
            </a:extLst>
          </p:cNvPr>
          <p:cNvSpPr>
            <a:spLocks noGrp="1"/>
          </p:cNvSpPr>
          <p:nvPr>
            <p:ph type="ftr" sz="quarter" idx="11"/>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0203763F-C8CD-4BCB-9A0A-B10F000BC1D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14769475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tx2"/>
        </a:solid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7AC6CA6E-C1AB-4B24-80C7-A4B12640BE6F}"/>
              </a:ext>
            </a:extLst>
          </p:cNvPr>
          <p:cNvSpPr>
            <a:spLocks noGrp="1"/>
          </p:cNvSpPr>
          <p:nvPr>
            <p:ph type="ftr" sz="quarter" idx="11"/>
          </p:nvPr>
        </p:nvSpPr>
        <p:spPr/>
        <p:txBody>
          <a:bodyPr/>
          <a:lstStyle/>
          <a:p>
            <a:r>
              <a:rPr lang="en-US"/>
              <a:t>Presentation title</a:t>
            </a:r>
            <a:endParaRPr lang="en-US" dirty="0"/>
          </a:p>
        </p:txBody>
      </p:sp>
      <p:sp>
        <p:nvSpPr>
          <p:cNvPr id="4" name="Slide Number Placeholder 3">
            <a:extLst>
              <a:ext uri="{FF2B5EF4-FFF2-40B4-BE49-F238E27FC236}">
                <a16:creationId xmlns:a16="http://schemas.microsoft.com/office/drawing/2014/main" id="{4F5EFB41-7AD3-4519-95E7-416BFA1AECAB}"/>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28751072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BD6A3-F987-4FCC-A6EF-2EF0D33C08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C3F06A0-63CE-4272-B90E-4F20296BFB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8467220-06E3-427A-B4D3-9B0030E09D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F5AEF53B-C85C-47DB-ADE4-C1D9FA682945}"/>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DFD4FD38-14E5-4C36-B948-8BF3F794ED8C}"/>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79920054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308F2A-1C19-4116-80DF-E24EDDF283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8A489A7-7CA6-4CC9-B634-FCB2E102C6B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7DF5F80D-1DB9-4E0A-8F68-924FC1C9C3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08DA4DA3-10C7-48A6-9B15-38222B8CAD42}"/>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E584E7EE-5B3B-427E-9807-020AEF8C7662}"/>
              </a:ext>
            </a:extLst>
          </p:cNvPr>
          <p:cNvSpPr>
            <a:spLocks noGrp="1"/>
          </p:cNvSpPr>
          <p:nvPr>
            <p:ph type="sldNum" sz="quarter" idx="12"/>
          </p:nvPr>
        </p:nvSpPr>
        <p:spPr/>
        <p:txBody>
          <a:bodyPr/>
          <a:lstStyle/>
          <a:p>
            <a:fld id="{294A09A9-5501-47C1-A89A-A340965A2BE2}" type="slidenum">
              <a:rPr lang="en-US" smtClean="0"/>
              <a:t>‹#›</a:t>
            </a:fld>
            <a:endParaRPr lang="en-US" dirty="0"/>
          </a:p>
        </p:txBody>
      </p:sp>
    </p:spTree>
    <p:extLst>
      <p:ext uri="{BB962C8B-B14F-4D97-AF65-F5344CB8AC3E}">
        <p14:creationId xmlns:p14="http://schemas.microsoft.com/office/powerpoint/2010/main" val="4351659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198F9AA-2C87-421D-97C1-B4248DFDC2C2}"/>
              </a:ext>
            </a:extLst>
          </p:cNvPr>
          <p:cNvSpPr>
            <a:spLocks noGrp="1"/>
          </p:cNvSpPr>
          <p:nvPr>
            <p:ph type="title"/>
          </p:nvPr>
        </p:nvSpPr>
        <p:spPr>
          <a:xfrm>
            <a:off x="381000" y="381000"/>
            <a:ext cx="114300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98FC63-C8D2-4CE6-A3F1-EE8ED24590C4}"/>
              </a:ext>
            </a:extLst>
          </p:cNvPr>
          <p:cNvSpPr>
            <a:spLocks noGrp="1"/>
          </p:cNvSpPr>
          <p:nvPr>
            <p:ph type="body" idx="1"/>
          </p:nvPr>
        </p:nvSpPr>
        <p:spPr>
          <a:xfrm>
            <a:off x="381000" y="1825625"/>
            <a:ext cx="114300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60567522-C3B6-46EB-A361-BEC2510B00CA}"/>
              </a:ext>
            </a:extLst>
          </p:cNvPr>
          <p:cNvSpPr>
            <a:spLocks noGrp="1"/>
          </p:cNvSpPr>
          <p:nvPr>
            <p:ph type="ftr" sz="quarter" idx="3"/>
          </p:nvPr>
        </p:nvSpPr>
        <p:spPr>
          <a:xfrm>
            <a:off x="228600" y="6356350"/>
            <a:ext cx="4114800" cy="365125"/>
          </a:xfrm>
          <a:prstGeom prst="rect">
            <a:avLst/>
          </a:prstGeom>
        </p:spPr>
        <p:txBody>
          <a:bodyPr vert="horz" lIns="91440" tIns="45720" rIns="91440" bIns="45720" rtlCol="0" anchor="ctr"/>
          <a:lstStyle>
            <a:lvl1pPr algn="l">
              <a:defRPr sz="1200">
                <a:solidFill>
                  <a:schemeClr val="tx1"/>
                </a:solidFill>
                <a:latin typeface="Gill Sans Nova Light" panose="020F0302020204030204" pitchFamily="34" charset="0"/>
                <a:cs typeface="Gill Sans Nova Light" panose="020F0302020204030204" pitchFamily="34" charset="0"/>
              </a:defRPr>
            </a:lvl1pPr>
          </a:lstStyle>
          <a:p>
            <a:r>
              <a:rPr lang="en-US"/>
              <a:t>Presentation title</a:t>
            </a:r>
            <a:endParaRPr lang="en-US" dirty="0"/>
          </a:p>
        </p:txBody>
      </p:sp>
      <p:sp>
        <p:nvSpPr>
          <p:cNvPr id="6" name="Slide Number Placeholder 5">
            <a:extLst>
              <a:ext uri="{FF2B5EF4-FFF2-40B4-BE49-F238E27FC236}">
                <a16:creationId xmlns:a16="http://schemas.microsoft.com/office/drawing/2014/main" id="{CDC57CF0-034F-450D-937C-718D5AF1A059}"/>
              </a:ext>
            </a:extLst>
          </p:cNvPr>
          <p:cNvSpPr>
            <a:spLocks noGrp="1"/>
          </p:cNvSpPr>
          <p:nvPr>
            <p:ph type="sldNum" sz="quarter" idx="4"/>
          </p:nvPr>
        </p:nvSpPr>
        <p:spPr>
          <a:xfrm>
            <a:off x="9208008" y="6356350"/>
            <a:ext cx="2743200" cy="365125"/>
          </a:xfrm>
          <a:prstGeom prst="rect">
            <a:avLst/>
          </a:prstGeom>
        </p:spPr>
        <p:txBody>
          <a:bodyPr vert="horz" lIns="91440" tIns="45720" rIns="91440" bIns="45720" rtlCol="0" anchor="ctr"/>
          <a:lstStyle>
            <a:lvl1pPr algn="r">
              <a:defRPr sz="1200">
                <a:solidFill>
                  <a:schemeClr val="tx1"/>
                </a:solidFill>
                <a:latin typeface="Gill Sans Nova Light" panose="020F0302020204030204" pitchFamily="34" charset="0"/>
                <a:cs typeface="Gill Sans Nova Light" panose="020F0302020204030204" pitchFamily="34" charset="0"/>
              </a:defRPr>
            </a:lvl1pPr>
          </a:lstStyle>
          <a:p>
            <a:fld id="{294A09A9-5501-47C1-A89A-A340965A2BE2}" type="slidenum">
              <a:rPr lang="en-US" smtClean="0"/>
              <a:pPr/>
              <a:t>‹#›</a:t>
            </a:fld>
            <a:endParaRPr lang="en-US" dirty="0"/>
          </a:p>
        </p:txBody>
      </p:sp>
    </p:spTree>
    <p:extLst>
      <p:ext uri="{BB962C8B-B14F-4D97-AF65-F5344CB8AC3E}">
        <p14:creationId xmlns:p14="http://schemas.microsoft.com/office/powerpoint/2010/main" val="1788353970"/>
      </p:ext>
    </p:extLst>
  </p:cSld>
  <p:clrMap bg1="lt1" tx1="dk1" bg2="lt2" tx2="dk2" accent1="accent1" accent2="accent2" accent3="accent3" accent4="accent4" accent5="accent5" accent6="accent6" hlink="hlink" folHlink="folHlink"/>
  <p:sldLayoutIdLst>
    <p:sldLayoutId id="2147483649" r:id="rId1"/>
    <p:sldLayoutId id="2147483668" r:id="rId2"/>
    <p:sldLayoutId id="2147483659" r:id="rId3"/>
    <p:sldLayoutId id="2147483651" r:id="rId4"/>
    <p:sldLayoutId id="2147483650" r:id="rId5"/>
    <p:sldLayoutId id="2147483663" r:id="rId6"/>
    <p:sldLayoutId id="2147483665" r:id="rId7"/>
    <p:sldLayoutId id="2147483660" r:id="rId8"/>
    <p:sldLayoutId id="2147483661" r:id="rId9"/>
    <p:sldLayoutId id="2147483662" r:id="rId10"/>
    <p:sldLayoutId id="2147483666" r:id="rId11"/>
    <p:sldLayoutId id="2147483653" r:id="rId12"/>
    <p:sldLayoutId id="2147483664" r:id="rId13"/>
    <p:sldLayoutId id="2147483667" r:id="rId14"/>
    <p:sldLayoutId id="2147483652" r:id="rId15"/>
    <p:sldLayoutId id="2147483654" r:id="rId16"/>
    <p:sldLayoutId id="2147483655" r:id="rId17"/>
    <p:sldLayoutId id="2147483656" r:id="rId18"/>
    <p:sldLayoutId id="2147483657" r:id="rId19"/>
  </p:sldLayoutIdLst>
  <p:hf hdr="0" dt="0"/>
  <p:txStyles>
    <p:titleStyle>
      <a:lvl1pPr algn="l" defTabSz="914400" rtl="0" eaLnBrk="1" latinLnBrk="0" hangingPunct="1">
        <a:lnSpc>
          <a:spcPct val="90000"/>
        </a:lnSpc>
        <a:spcBef>
          <a:spcPct val="0"/>
        </a:spcBef>
        <a:buNone/>
        <a:defRPr sz="4400" kern="1200">
          <a:solidFill>
            <a:schemeClr val="accent3"/>
          </a:solidFill>
          <a:latin typeface="+mj-lt"/>
          <a:ea typeface="+mj-ea"/>
          <a:cs typeface="+mj-cs"/>
        </a:defRPr>
      </a:lvl1pPr>
    </p:titleStyle>
    <p:bodyStyle>
      <a:lvl1pPr marL="228600" indent="-228600" algn="l" defTabSz="914400" rtl="0" eaLnBrk="1" latinLnBrk="0" hangingPunct="1">
        <a:lnSpc>
          <a:spcPct val="90000"/>
        </a:lnSpc>
        <a:spcBef>
          <a:spcPts val="1000"/>
        </a:spcBef>
        <a:buClr>
          <a:srgbClr val="73292A"/>
        </a:buClr>
        <a:buFont typeface="Arial" panose="020B0604020202020204" pitchFamily="34" charset="0"/>
        <a:buChar char="•"/>
        <a:defRPr sz="2800" kern="1200">
          <a:solidFill>
            <a:schemeClr val="accent3"/>
          </a:solidFill>
          <a:latin typeface="+mn-lt"/>
          <a:ea typeface="+mn-ea"/>
          <a:cs typeface="+mn-cs"/>
        </a:defRPr>
      </a:lvl1pPr>
      <a:lvl2pPr marL="685800" indent="-228600" algn="l" defTabSz="914400" rtl="0" eaLnBrk="1" latinLnBrk="0" hangingPunct="1">
        <a:lnSpc>
          <a:spcPct val="90000"/>
        </a:lnSpc>
        <a:spcBef>
          <a:spcPts val="500"/>
        </a:spcBef>
        <a:buClr>
          <a:srgbClr val="73292A"/>
        </a:buClr>
        <a:buFont typeface="Arial" panose="020B0604020202020204" pitchFamily="34" charset="0"/>
        <a:buChar char="•"/>
        <a:defRPr sz="2400" kern="1200">
          <a:solidFill>
            <a:schemeClr val="accent3"/>
          </a:solidFill>
          <a:latin typeface="+mn-lt"/>
          <a:ea typeface="+mn-ea"/>
          <a:cs typeface="+mn-cs"/>
        </a:defRPr>
      </a:lvl2pPr>
      <a:lvl3pPr marL="1143000" indent="-228600" algn="l" defTabSz="914400" rtl="0" eaLnBrk="1" latinLnBrk="0" hangingPunct="1">
        <a:lnSpc>
          <a:spcPct val="90000"/>
        </a:lnSpc>
        <a:spcBef>
          <a:spcPts val="500"/>
        </a:spcBef>
        <a:buClr>
          <a:srgbClr val="73292A"/>
        </a:buClr>
        <a:buFont typeface="Arial" panose="020B0604020202020204" pitchFamily="34" charset="0"/>
        <a:buChar char="•"/>
        <a:defRPr sz="2000" kern="1200">
          <a:solidFill>
            <a:schemeClr val="accent3"/>
          </a:solidFill>
          <a:latin typeface="+mn-lt"/>
          <a:ea typeface="+mn-ea"/>
          <a:cs typeface="+mn-cs"/>
        </a:defRPr>
      </a:lvl3pPr>
      <a:lvl4pPr marL="16002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4pPr>
      <a:lvl5pPr marL="2057400" indent="-228600" algn="l" defTabSz="914400" rtl="0" eaLnBrk="1" latinLnBrk="0" hangingPunct="1">
        <a:lnSpc>
          <a:spcPct val="90000"/>
        </a:lnSpc>
        <a:spcBef>
          <a:spcPts val="500"/>
        </a:spcBef>
        <a:buClr>
          <a:srgbClr val="73292A"/>
        </a:buClr>
        <a:buFont typeface="Arial" panose="020B0604020202020204" pitchFamily="34" charset="0"/>
        <a:buChar char="•"/>
        <a:defRPr sz="1800" kern="1200">
          <a:solidFill>
            <a:schemeClr val="accent3"/>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A4A3A4"/>
          </p15:clr>
        </p15:guide>
        <p15:guide id="2" pos="3840" userDrawn="1">
          <p15:clr>
            <a:srgbClr val="A4A3A4"/>
          </p15:clr>
        </p15:guide>
        <p15:guide id="3" pos="240" userDrawn="1">
          <p15:clr>
            <a:srgbClr val="547EBF"/>
          </p15:clr>
        </p15:guide>
        <p15:guide id="4" orient="horz" pos="240" userDrawn="1">
          <p15:clr>
            <a:srgbClr val="547EBF"/>
          </p15:clr>
        </p15:guide>
        <p15:guide id="5" pos="7440" userDrawn="1">
          <p15:clr>
            <a:srgbClr val="547EBF"/>
          </p15:clr>
        </p15:guide>
        <p15:guide id="6" orient="horz" pos="4080" userDrawn="1">
          <p15:clr>
            <a:srgbClr val="547EBF"/>
          </p15:clr>
        </p15:guide>
        <p15:guide id="7" pos="3960" userDrawn="1">
          <p15:clr>
            <a:srgbClr val="547EBF"/>
          </p15:clr>
        </p15:guide>
        <p15:guide id="8" pos="3720" userDrawn="1">
          <p15:clr>
            <a:srgbClr val="547EBF"/>
          </p15:clr>
        </p15:guide>
        <p15:guide id="9" pos="2112" userDrawn="1">
          <p15:clr>
            <a:srgbClr val="547EBF"/>
          </p15:clr>
        </p15:guide>
        <p15:guide id="10" pos="1848" userDrawn="1">
          <p15:clr>
            <a:srgbClr val="547EBF"/>
          </p15:clr>
        </p15:guide>
        <p15:guide id="11" pos="5568" userDrawn="1">
          <p15:clr>
            <a:srgbClr val="547EBF"/>
          </p15:clr>
        </p15:guide>
        <p15:guide id="12" pos="5832" userDrawn="1">
          <p15:clr>
            <a:srgbClr val="547EBF"/>
          </p15:clr>
        </p15:guide>
        <p15:guide id="13" pos="4968" userDrawn="1">
          <p15:clr>
            <a:srgbClr val="9FCC3B"/>
          </p15:clr>
        </p15:guide>
        <p15:guide id="14" pos="5208" userDrawn="1">
          <p15:clr>
            <a:srgbClr val="9FCC3B"/>
          </p15:clr>
        </p15:guide>
        <p15:guide id="15" pos="2712" userDrawn="1">
          <p15:clr>
            <a:srgbClr val="9FCC3B"/>
          </p15:clr>
        </p15:guide>
        <p15:guide id="16" pos="2472" userDrawn="1">
          <p15:clr>
            <a:srgbClr val="9FCC3B"/>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9.jpg"/><Relationship Id="rId4" Type="http://schemas.openxmlformats.org/officeDocument/2006/relationships/image" Target="../media/image1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0.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4180B-35BA-C28E-820F-59C84FBDD99A}"/>
              </a:ext>
            </a:extLst>
          </p:cNvPr>
          <p:cNvSpPr>
            <a:spLocks noGrp="1"/>
          </p:cNvSpPr>
          <p:nvPr>
            <p:ph type="ctrTitle"/>
          </p:nvPr>
        </p:nvSpPr>
        <p:spPr>
          <a:xfrm>
            <a:off x="2851931" y="3059320"/>
            <a:ext cx="6693408" cy="1088136"/>
          </a:xfrm>
        </p:spPr>
        <p:txBody>
          <a:bodyPr/>
          <a:lstStyle/>
          <a:p>
            <a:r>
              <a:rPr lang="en-US" dirty="0"/>
              <a:t>Wedding Planner</a:t>
            </a:r>
            <a:endParaRPr lang="en-US" dirty="0">
              <a:latin typeface="Lucida Handwriting" panose="03010101010101010101" pitchFamily="66" charset="0"/>
            </a:endParaRPr>
          </a:p>
        </p:txBody>
      </p:sp>
      <p:sp>
        <p:nvSpPr>
          <p:cNvPr id="3" name="Subtitle 2">
            <a:extLst>
              <a:ext uri="{FF2B5EF4-FFF2-40B4-BE49-F238E27FC236}">
                <a16:creationId xmlns:a16="http://schemas.microsoft.com/office/drawing/2014/main" id="{626260E8-21BF-1371-4767-5E86248A7A7B}"/>
              </a:ext>
            </a:extLst>
          </p:cNvPr>
          <p:cNvSpPr>
            <a:spLocks noGrp="1"/>
          </p:cNvSpPr>
          <p:nvPr>
            <p:ph type="subTitle" idx="1"/>
          </p:nvPr>
        </p:nvSpPr>
        <p:spPr>
          <a:xfrm>
            <a:off x="3633556" y="4422992"/>
            <a:ext cx="5130158" cy="846469"/>
          </a:xfrm>
        </p:spPr>
        <p:txBody>
          <a:bodyPr>
            <a:normAutofit/>
          </a:bodyPr>
          <a:lstStyle/>
          <a:p>
            <a:r>
              <a:rPr lang="en-US" dirty="0">
                <a:latin typeface="Lucida Handwriting" panose="03010101010101010101" pitchFamily="66" charset="0"/>
              </a:rPr>
              <a:t>Let’s get        married</a:t>
            </a:r>
          </a:p>
        </p:txBody>
      </p:sp>
      <p:pic>
        <p:nvPicPr>
          <p:cNvPr id="5" name="Graphic 4" descr="Sunglasses face outline with solid fill">
            <a:extLst>
              <a:ext uri="{FF2B5EF4-FFF2-40B4-BE49-F238E27FC236}">
                <a16:creationId xmlns:a16="http://schemas.microsoft.com/office/drawing/2014/main" id="{7861389C-BEC4-C1A9-C475-5AC6EAB40848}"/>
              </a:ext>
            </a:extLst>
          </p:cNvPr>
          <p:cNvPicPr>
            <a:picLocks noChangeAspect="1"/>
          </p:cNvPicPr>
          <p:nvPr/>
        </p:nvPicPr>
        <p:blipFill>
          <a:blip r:embed="rId2">
            <a:extLst>
              <a:ext uri="{96DAC541-7B7A-43D3-8B79-37D633B846F1}">
                <asvg:svgBlip xmlns:asvg="http://schemas.microsoft.com/office/drawing/2016/SVG/main" xmlns="" r:embed="rId3"/>
              </a:ext>
            </a:extLst>
          </a:blip>
          <a:stretch>
            <a:fillRect/>
          </a:stretch>
        </p:blipFill>
        <p:spPr>
          <a:xfrm>
            <a:off x="5811415" y="4327631"/>
            <a:ext cx="774441" cy="648479"/>
          </a:xfrm>
          <a:prstGeom prst="rect">
            <a:avLst/>
          </a:prstGeom>
        </p:spPr>
      </p:pic>
      <p:pic>
        <p:nvPicPr>
          <p:cNvPr id="10" name="Picture 9">
            <a:extLst>
              <a:ext uri="{FF2B5EF4-FFF2-40B4-BE49-F238E27FC236}">
                <a16:creationId xmlns:a16="http://schemas.microsoft.com/office/drawing/2014/main" id="{654F0BAA-673C-46AC-CEC9-855F5685BB3A}"/>
              </a:ext>
            </a:extLst>
          </p:cNvPr>
          <p:cNvPicPr>
            <a:picLocks noChangeAspect="1"/>
          </p:cNvPicPr>
          <p:nvPr/>
        </p:nvPicPr>
        <p:blipFill>
          <a:blip r:embed="rId4"/>
          <a:stretch>
            <a:fillRect/>
          </a:stretch>
        </p:blipFill>
        <p:spPr>
          <a:xfrm>
            <a:off x="4920871" y="1245079"/>
            <a:ext cx="2334706" cy="2210141"/>
          </a:xfrm>
          <a:prstGeom prst="rect">
            <a:avLst/>
          </a:prstGeom>
        </p:spPr>
      </p:pic>
    </p:spTree>
    <p:extLst>
      <p:ext uri="{BB962C8B-B14F-4D97-AF65-F5344CB8AC3E}">
        <p14:creationId xmlns:p14="http://schemas.microsoft.com/office/powerpoint/2010/main" val="317718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2DF434-28DB-4621-A497-D62C41CE0419}"/>
              </a:ext>
            </a:extLst>
          </p:cNvPr>
          <p:cNvSpPr>
            <a:spLocks noGrp="1"/>
          </p:cNvSpPr>
          <p:nvPr>
            <p:ph type="title"/>
          </p:nvPr>
        </p:nvSpPr>
        <p:spPr>
          <a:xfrm>
            <a:off x="7184572" y="136525"/>
            <a:ext cx="4347132" cy="1325880"/>
          </a:xfrm>
        </p:spPr>
        <p:txBody>
          <a:bodyPr>
            <a:normAutofit/>
          </a:bodyPr>
          <a:lstStyle/>
          <a:p>
            <a:r>
              <a:rPr lang="en-US" dirty="0">
                <a:latin typeface="Baskerville Old Face" panose="02020602080505020303" pitchFamily="18" charset="77"/>
                <a:cs typeface="Calibri Light"/>
              </a:rPr>
              <a:t>Wedding Planner</a:t>
            </a:r>
            <a:endParaRPr lang="en-US" dirty="0">
              <a:solidFill>
                <a:schemeClr val="accent3"/>
              </a:solidFill>
              <a:latin typeface="Baskerville Old Face" panose="02020602080505020303" pitchFamily="18" charset="77"/>
            </a:endParaRPr>
          </a:p>
        </p:txBody>
      </p:sp>
      <p:sp>
        <p:nvSpPr>
          <p:cNvPr id="4" name="Text Placeholder 3">
            <a:extLst>
              <a:ext uri="{FF2B5EF4-FFF2-40B4-BE49-F238E27FC236}">
                <a16:creationId xmlns:a16="http://schemas.microsoft.com/office/drawing/2014/main" id="{7090AC0D-F624-B281-1AB5-687E5F6B3291}"/>
              </a:ext>
            </a:extLst>
          </p:cNvPr>
          <p:cNvSpPr>
            <a:spLocks noGrp="1"/>
          </p:cNvSpPr>
          <p:nvPr>
            <p:ph type="body" sz="quarter" idx="13"/>
          </p:nvPr>
        </p:nvSpPr>
        <p:spPr/>
        <p:txBody>
          <a:bodyPr/>
          <a:lstStyle/>
          <a:p>
            <a:r>
              <a:rPr lang="en-US" dirty="0"/>
              <a:t>A</a:t>
            </a:r>
          </a:p>
        </p:txBody>
      </p:sp>
      <p:pic>
        <p:nvPicPr>
          <p:cNvPr id="10" name="Picture 9" descr="Floral leaf accent">
            <a:extLst>
              <a:ext uri="{FF2B5EF4-FFF2-40B4-BE49-F238E27FC236}">
                <a16:creationId xmlns:a16="http://schemas.microsoft.com/office/drawing/2014/main" id="{08A3395B-5659-47E4-8F54-71340961FF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941633" flipH="1">
            <a:off x="1654192" y="3058939"/>
            <a:ext cx="1243661" cy="790090"/>
          </a:xfrm>
          <a:prstGeom prst="rect">
            <a:avLst/>
          </a:prstGeom>
        </p:spPr>
      </p:pic>
      <p:pic>
        <p:nvPicPr>
          <p:cNvPr id="1929" name="Picture 1928" descr="Floral leaf accent">
            <a:extLst>
              <a:ext uri="{FF2B5EF4-FFF2-40B4-BE49-F238E27FC236}">
                <a16:creationId xmlns:a16="http://schemas.microsoft.com/office/drawing/2014/main" id="{CF8E7A1B-4724-55CB-6FAD-D8E7562935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37260" y="2342954"/>
            <a:ext cx="1791038" cy="2033695"/>
          </a:xfrm>
          <a:prstGeom prst="rect">
            <a:avLst/>
          </a:prstGeom>
        </p:spPr>
      </p:pic>
      <p:sp>
        <p:nvSpPr>
          <p:cNvPr id="3" name="Content Placeholder 2">
            <a:extLst>
              <a:ext uri="{FF2B5EF4-FFF2-40B4-BE49-F238E27FC236}">
                <a16:creationId xmlns:a16="http://schemas.microsoft.com/office/drawing/2014/main" id="{22788C46-D0BC-4307-AE55-7601A139E7CB}"/>
              </a:ext>
            </a:extLst>
          </p:cNvPr>
          <p:cNvSpPr>
            <a:spLocks noGrp="1"/>
          </p:cNvSpPr>
          <p:nvPr>
            <p:ph sz="quarter" idx="4"/>
          </p:nvPr>
        </p:nvSpPr>
        <p:spPr>
          <a:xfrm>
            <a:off x="7184572" y="1603746"/>
            <a:ext cx="4625751" cy="4306824"/>
          </a:xfrm>
        </p:spPr>
        <p:txBody>
          <a:bodyPr vert="horz" lIns="91440" tIns="45720" rIns="91440" bIns="45720" rtlCol="0" anchor="t">
            <a:normAutofit/>
          </a:bodyPr>
          <a:lstStyle/>
          <a:p>
            <a:pPr algn="ctr"/>
            <a:r>
              <a:rPr lang="en-US" sz="3200" dirty="0">
                <a:solidFill>
                  <a:schemeClr val="accent3"/>
                </a:solidFill>
                <a:latin typeface="Gill Sans Nova Light" panose="020B0302020104020203" pitchFamily="34" charset="0"/>
                <a:cs typeface="Gill Sans Light" panose="020B0302020104020203" pitchFamily="34" charset="-79"/>
              </a:rPr>
              <a:t>Introduction</a:t>
            </a:r>
          </a:p>
          <a:p>
            <a:pPr marL="0" indent="0" algn="ctr">
              <a:lnSpc>
                <a:spcPct val="150000"/>
              </a:lnSpc>
              <a:buNone/>
            </a:pPr>
            <a:r>
              <a:rPr lang="en-US" sz="3200" dirty="0">
                <a:solidFill>
                  <a:schemeClr val="accent3"/>
                </a:solidFill>
                <a:latin typeface="Gill Sans Nova Light" panose="020B0302020104020203" pitchFamily="34" charset="0"/>
                <a:cs typeface="Gill Sans Light" panose="020B0302020104020203" pitchFamily="34" charset="-79"/>
              </a:rPr>
              <a:t>Components</a:t>
            </a:r>
          </a:p>
          <a:p>
            <a:pPr marL="0" indent="0" algn="ctr">
              <a:lnSpc>
                <a:spcPct val="150000"/>
              </a:lnSpc>
              <a:buNone/>
            </a:pPr>
            <a:r>
              <a:rPr lang="en-US" sz="3200" dirty="0">
                <a:latin typeface="Gill Sans Nova Light" panose="020B0302020104020203" pitchFamily="34" charset="0"/>
                <a:cs typeface="Gill Sans Light" panose="020B0302020104020203" pitchFamily="34" charset="-79"/>
              </a:rPr>
              <a:t>Wedding Packages</a:t>
            </a:r>
          </a:p>
          <a:p>
            <a:pPr algn="ctr"/>
            <a:r>
              <a:rPr lang="en-US" sz="3200" dirty="0">
                <a:latin typeface="Gill Sans Nova Light" panose="020B0302020104020203" pitchFamily="34" charset="0"/>
                <a:cs typeface="Gill Sans Light" panose="020B0302020104020203" pitchFamily="34" charset="-79"/>
              </a:rPr>
              <a:t>Project Details</a:t>
            </a:r>
            <a:endParaRPr lang="en-US" sz="3200" dirty="0">
              <a:solidFill>
                <a:schemeClr val="accent3"/>
              </a:solidFill>
              <a:latin typeface="Gill Sans Nova Light" panose="020B0302020104020203" pitchFamily="34" charset="0"/>
              <a:cs typeface="Gill Sans Light" panose="020B0302020104020203" pitchFamily="34" charset="-79"/>
            </a:endParaRPr>
          </a:p>
          <a:p>
            <a:pPr marL="0" indent="0" algn="ctr">
              <a:lnSpc>
                <a:spcPct val="150000"/>
              </a:lnSpc>
              <a:buNone/>
            </a:pPr>
            <a:endParaRPr lang="en-US" sz="3200" dirty="0">
              <a:solidFill>
                <a:schemeClr val="accent3"/>
              </a:solidFill>
              <a:latin typeface="Gill Sans Nova Light" panose="020B0302020104020203" pitchFamily="34" charset="0"/>
              <a:cs typeface="Gill Sans Light" panose="020B0302020104020203" pitchFamily="34" charset="-79"/>
            </a:endParaRPr>
          </a:p>
          <a:p>
            <a:pPr marL="0" indent="0">
              <a:lnSpc>
                <a:spcPct val="150000"/>
              </a:lnSpc>
              <a:buNone/>
            </a:pPr>
            <a:endParaRPr lang="en-US" sz="2400" dirty="0">
              <a:solidFill>
                <a:schemeClr val="accent3"/>
              </a:solidFill>
              <a:latin typeface="Gill Sans Nova Light" panose="020B0302020104020203" pitchFamily="34" charset="0"/>
              <a:cs typeface="Gill Sans Light" panose="020B0302020104020203" pitchFamily="34" charset="-79"/>
            </a:endParaRPr>
          </a:p>
          <a:p>
            <a:pPr marL="0" indent="0">
              <a:lnSpc>
                <a:spcPct val="150000"/>
              </a:lnSpc>
              <a:buNone/>
            </a:pPr>
            <a:endParaRPr lang="en-US" sz="2400" dirty="0">
              <a:solidFill>
                <a:schemeClr val="accent3"/>
              </a:solidFill>
              <a:latin typeface="Gill Sans Nova Light" panose="020B0302020104020203" pitchFamily="34" charset="0"/>
              <a:cs typeface="Gill Sans Light" panose="020B0302020104020203" pitchFamily="34" charset="-79"/>
            </a:endParaRPr>
          </a:p>
          <a:p>
            <a:endParaRPr lang="en-US" dirty="0">
              <a:solidFill>
                <a:schemeClr val="accent3"/>
              </a:solidFill>
              <a:latin typeface="Gill Sans Nova Light" panose="020B0302020104020203" pitchFamily="34" charset="0"/>
              <a:cs typeface="Calibri"/>
            </a:endParaRPr>
          </a:p>
        </p:txBody>
      </p:sp>
      <p:sp>
        <p:nvSpPr>
          <p:cNvPr id="5" name="Footer Placeholder 4">
            <a:extLst>
              <a:ext uri="{FF2B5EF4-FFF2-40B4-BE49-F238E27FC236}">
                <a16:creationId xmlns:a16="http://schemas.microsoft.com/office/drawing/2014/main" id="{4A947406-5839-A735-732D-5690E6315B95}"/>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662884A3-BD82-0FC6-A582-54DD17DBCB4A}"/>
              </a:ext>
            </a:extLst>
          </p:cNvPr>
          <p:cNvSpPr>
            <a:spLocks noGrp="1"/>
          </p:cNvSpPr>
          <p:nvPr>
            <p:ph type="sldNum" sz="quarter" idx="12"/>
          </p:nvPr>
        </p:nvSpPr>
        <p:spPr/>
        <p:txBody>
          <a:bodyPr/>
          <a:lstStyle/>
          <a:p>
            <a:fld id="{294A09A9-5501-47C1-A89A-A340965A2BE2}" type="slidenum">
              <a:rPr lang="en-US" smtClean="0"/>
              <a:t>2</a:t>
            </a:fld>
            <a:endParaRPr lang="en-US" dirty="0"/>
          </a:p>
        </p:txBody>
      </p:sp>
      <p:pic>
        <p:nvPicPr>
          <p:cNvPr id="8" name="Picture 7">
            <a:extLst>
              <a:ext uri="{FF2B5EF4-FFF2-40B4-BE49-F238E27FC236}">
                <a16:creationId xmlns:a16="http://schemas.microsoft.com/office/drawing/2014/main" id="{1E812824-09F6-7AB1-2604-2B232783E0D1}"/>
              </a:ext>
            </a:extLst>
          </p:cNvPr>
          <p:cNvPicPr>
            <a:picLocks noChangeAspect="1"/>
          </p:cNvPicPr>
          <p:nvPr/>
        </p:nvPicPr>
        <p:blipFill>
          <a:blip r:embed="rId5"/>
          <a:stretch>
            <a:fillRect/>
          </a:stretch>
        </p:blipFill>
        <p:spPr>
          <a:xfrm>
            <a:off x="14126" y="-10637"/>
            <a:ext cx="6081873" cy="6858000"/>
          </a:xfrm>
          <a:prstGeom prst="rect">
            <a:avLst/>
          </a:prstGeom>
        </p:spPr>
      </p:pic>
    </p:spTree>
    <p:extLst>
      <p:ext uri="{BB962C8B-B14F-4D97-AF65-F5344CB8AC3E}">
        <p14:creationId xmlns:p14="http://schemas.microsoft.com/office/powerpoint/2010/main" val="18595278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02655-34DF-25F9-4640-B2CE5329AD1A}"/>
              </a:ext>
            </a:extLst>
          </p:cNvPr>
          <p:cNvSpPr>
            <a:spLocks noGrp="1"/>
          </p:cNvSpPr>
          <p:nvPr>
            <p:ph type="title"/>
          </p:nvPr>
        </p:nvSpPr>
        <p:spPr/>
        <p:txBody>
          <a:bodyPr>
            <a:normAutofit/>
          </a:bodyPr>
          <a:lstStyle/>
          <a:p>
            <a:r>
              <a:rPr lang="en-US" sz="3600" dirty="0"/>
              <a:t>Introduction</a:t>
            </a:r>
          </a:p>
        </p:txBody>
      </p:sp>
      <p:sp>
        <p:nvSpPr>
          <p:cNvPr id="3" name="Content Placeholder 2">
            <a:extLst>
              <a:ext uri="{FF2B5EF4-FFF2-40B4-BE49-F238E27FC236}">
                <a16:creationId xmlns:a16="http://schemas.microsoft.com/office/drawing/2014/main" id="{1A585715-2793-160B-269E-D9516C84D73A}"/>
              </a:ext>
            </a:extLst>
          </p:cNvPr>
          <p:cNvSpPr>
            <a:spLocks noGrp="1"/>
          </p:cNvSpPr>
          <p:nvPr>
            <p:ph idx="1"/>
          </p:nvPr>
        </p:nvSpPr>
        <p:spPr/>
        <p:txBody>
          <a:bodyPr>
            <a:normAutofit/>
          </a:bodyPr>
          <a:lstStyle/>
          <a:p>
            <a:r>
              <a:rPr lang="en-US" sz="1800" b="0" i="0" dirty="0">
                <a:solidFill>
                  <a:srgbClr val="0D0D0D"/>
                </a:solidFill>
                <a:effectLst/>
                <a:latin typeface="+mn-lt"/>
              </a:rPr>
              <a:t>At </a:t>
            </a:r>
            <a:r>
              <a:rPr lang="en-US" sz="1800" dirty="0">
                <a:solidFill>
                  <a:srgbClr val="0D0D0D"/>
                </a:solidFill>
                <a:latin typeface="+mn-lt"/>
              </a:rPr>
              <a:t>Wedding</a:t>
            </a:r>
            <a:r>
              <a:rPr lang="en-US" sz="1800" dirty="0">
                <a:latin typeface="+mn-lt"/>
              </a:rPr>
              <a:t> </a:t>
            </a:r>
            <a:r>
              <a:rPr lang="en-US" sz="1800" dirty="0">
                <a:solidFill>
                  <a:srgbClr val="0D0D0D"/>
                </a:solidFill>
                <a:latin typeface="+mn-lt"/>
              </a:rPr>
              <a:t>Planner</a:t>
            </a:r>
            <a:r>
              <a:rPr lang="en-US" sz="1800" b="0" i="0" dirty="0">
                <a:solidFill>
                  <a:srgbClr val="0D0D0D"/>
                </a:solidFill>
                <a:effectLst/>
                <a:latin typeface="+mn-lt"/>
              </a:rPr>
              <a:t>, our mission is to transform your wedding dreams into an extraordinary reality. </a:t>
            </a:r>
          </a:p>
          <a:p>
            <a:r>
              <a:rPr lang="en-US" sz="1800" b="0" i="0" dirty="0">
                <a:solidFill>
                  <a:srgbClr val="0D0D0D"/>
                </a:solidFill>
                <a:effectLst/>
                <a:latin typeface="+mn-lt"/>
              </a:rPr>
              <a:t>"We do more than just plan weddings :- we tell stories, create unforgettable moments, and protect your special love story. </a:t>
            </a:r>
          </a:p>
          <a:p>
            <a:r>
              <a:rPr lang="en-US" sz="1800" b="0" i="0" dirty="0">
                <a:solidFill>
                  <a:srgbClr val="0D0D0D"/>
                </a:solidFill>
                <a:effectLst/>
                <a:latin typeface="+mn-lt"/>
              </a:rPr>
              <a:t>Our goal is simple but meaningful:- To create a wedding experience that mirrors your uniqueness, celebrates your love, and goes beyond all your expectations."</a:t>
            </a:r>
          </a:p>
        </p:txBody>
      </p:sp>
      <p:sp>
        <p:nvSpPr>
          <p:cNvPr id="4" name="Footer Placeholder 3">
            <a:extLst>
              <a:ext uri="{FF2B5EF4-FFF2-40B4-BE49-F238E27FC236}">
                <a16:creationId xmlns:a16="http://schemas.microsoft.com/office/drawing/2014/main" id="{A3609A75-5E9A-C165-5A1D-764F9E96B722}"/>
              </a:ext>
            </a:extLst>
          </p:cNvPr>
          <p:cNvSpPr>
            <a:spLocks noGrp="1"/>
          </p:cNvSpPr>
          <p:nvPr>
            <p:ph type="ftr" sz="quarter" idx="10"/>
          </p:nvPr>
        </p:nvSpPr>
        <p:spPr>
          <a:xfrm>
            <a:off x="0" y="6492875"/>
            <a:ext cx="4114800" cy="365125"/>
          </a:xfrm>
        </p:spPr>
        <p:txBody>
          <a:bodyPr/>
          <a:lstStyle/>
          <a:p>
            <a:r>
              <a:rPr lang="en-US" dirty="0"/>
              <a:t>Presentation title</a:t>
            </a:r>
          </a:p>
        </p:txBody>
      </p:sp>
      <p:sp>
        <p:nvSpPr>
          <p:cNvPr id="5" name="Slide Number Placeholder 4">
            <a:extLst>
              <a:ext uri="{FF2B5EF4-FFF2-40B4-BE49-F238E27FC236}">
                <a16:creationId xmlns:a16="http://schemas.microsoft.com/office/drawing/2014/main" id="{0108060B-6C9E-CFFF-55DE-F0D645C094DC}"/>
              </a:ext>
            </a:extLst>
          </p:cNvPr>
          <p:cNvSpPr>
            <a:spLocks noGrp="1"/>
          </p:cNvSpPr>
          <p:nvPr>
            <p:ph type="sldNum" sz="quarter" idx="11"/>
          </p:nvPr>
        </p:nvSpPr>
        <p:spPr/>
        <p:txBody>
          <a:bodyPr/>
          <a:lstStyle/>
          <a:p>
            <a:fld id="{294A09A9-5501-47C1-A89A-A340965A2BE2}" type="slidenum">
              <a:rPr lang="en-US" smtClean="0"/>
              <a:pPr/>
              <a:t>3</a:t>
            </a:fld>
            <a:endParaRPr lang="en-US" dirty="0"/>
          </a:p>
        </p:txBody>
      </p:sp>
    </p:spTree>
    <p:extLst>
      <p:ext uri="{BB962C8B-B14F-4D97-AF65-F5344CB8AC3E}">
        <p14:creationId xmlns:p14="http://schemas.microsoft.com/office/powerpoint/2010/main" val="17329994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72318-C6B8-4C91-B054-BEE7F4238B1A}"/>
              </a:ext>
            </a:extLst>
          </p:cNvPr>
          <p:cNvSpPr>
            <a:spLocks noGrp="1"/>
          </p:cNvSpPr>
          <p:nvPr>
            <p:ph type="title"/>
          </p:nvPr>
        </p:nvSpPr>
        <p:spPr>
          <a:xfrm>
            <a:off x="1748028" y="1098943"/>
            <a:ext cx="8695944" cy="1325880"/>
          </a:xfrm>
        </p:spPr>
        <p:txBody>
          <a:bodyPr>
            <a:normAutofit/>
          </a:bodyPr>
          <a:lstStyle/>
          <a:p>
            <a:r>
              <a:rPr lang="en-US" sz="2800" dirty="0"/>
              <a:t>Project concept and alignment with Sustainable Development Goals</a:t>
            </a:r>
            <a:endParaRPr lang="en-IN" sz="2800" dirty="0"/>
          </a:p>
        </p:txBody>
      </p:sp>
      <p:sp>
        <p:nvSpPr>
          <p:cNvPr id="3" name="Content Placeholder 2">
            <a:extLst>
              <a:ext uri="{FF2B5EF4-FFF2-40B4-BE49-F238E27FC236}">
                <a16:creationId xmlns:a16="http://schemas.microsoft.com/office/drawing/2014/main" id="{F4E60E12-2C27-1E6D-43AB-A2DA71F98FB2}"/>
              </a:ext>
            </a:extLst>
          </p:cNvPr>
          <p:cNvSpPr>
            <a:spLocks noGrp="1"/>
          </p:cNvSpPr>
          <p:nvPr>
            <p:ph idx="1"/>
          </p:nvPr>
        </p:nvSpPr>
        <p:spPr>
          <a:xfrm>
            <a:off x="2223516" y="2189296"/>
            <a:ext cx="7744968" cy="2697480"/>
          </a:xfrm>
        </p:spPr>
        <p:txBody>
          <a:bodyPr>
            <a:noAutofit/>
          </a:bodyPr>
          <a:lstStyle/>
          <a:p>
            <a:r>
              <a:rPr lang="en-US" sz="1600" dirty="0">
                <a:solidFill>
                  <a:schemeClr val="tx1"/>
                </a:solidFill>
                <a:latin typeface="+mn-lt"/>
              </a:rPr>
              <a:t>This Wedding Planner is a software solution designed to streamline wedding planning while directly contributing to decent work and economic growth. Our platform connects users with local service providers such as caterers, decorators, photographers, musicians and event staff—creating structured, reliable job opportunities in a largely informal sector. Unlike traditional wedding apps focused only on the client, this software actively supports the workforce behind the events, making weddings a channel for sustainable development. It helps transition informal work into formal, fair and productive employment, exactly as envisioned by </a:t>
            </a:r>
            <a:r>
              <a:rPr lang="en-US" sz="1600" b="1" dirty="0">
                <a:solidFill>
                  <a:schemeClr val="tx1"/>
                </a:solidFill>
                <a:latin typeface="+mn-lt"/>
              </a:rPr>
              <a:t>SDG 8.</a:t>
            </a:r>
          </a:p>
          <a:p>
            <a:r>
              <a:rPr lang="en-US" sz="1600" dirty="0">
                <a:solidFill>
                  <a:schemeClr val="tx1"/>
                </a:solidFill>
                <a:latin typeface="+mn-lt"/>
              </a:rPr>
              <a:t>Our software introduces professionalism and stability to the gig-based event industry by: Allowing vendors to register and showcase their services Offering a standardized pricing system to ensure fair wages Providing digital contracts and payment tracking for job security Enabling reviews and ratings to build trustworthy reputations</a:t>
            </a:r>
          </a:p>
          <a:p>
            <a:endParaRPr lang="en-IN" sz="1600" dirty="0">
              <a:solidFill>
                <a:schemeClr val="tx1"/>
              </a:solidFill>
              <a:latin typeface="+mn-lt"/>
            </a:endParaRPr>
          </a:p>
        </p:txBody>
      </p:sp>
      <p:sp>
        <p:nvSpPr>
          <p:cNvPr id="4" name="Footer Placeholder 3">
            <a:extLst>
              <a:ext uri="{FF2B5EF4-FFF2-40B4-BE49-F238E27FC236}">
                <a16:creationId xmlns:a16="http://schemas.microsoft.com/office/drawing/2014/main" id="{7FEA6C37-8E3A-2A70-1250-D2C89DCCA3D0}"/>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D943502F-AFA1-83E9-C5C7-E5D84D63BA54}"/>
              </a:ext>
            </a:extLst>
          </p:cNvPr>
          <p:cNvSpPr>
            <a:spLocks noGrp="1"/>
          </p:cNvSpPr>
          <p:nvPr>
            <p:ph type="sldNum" sz="quarter" idx="11"/>
          </p:nvPr>
        </p:nvSpPr>
        <p:spPr/>
        <p:txBody>
          <a:bodyPr/>
          <a:lstStyle/>
          <a:p>
            <a:fld id="{294A09A9-5501-47C1-A89A-A340965A2BE2}" type="slidenum">
              <a:rPr lang="en-US" smtClean="0"/>
              <a:pPr/>
              <a:t>4</a:t>
            </a:fld>
            <a:endParaRPr lang="en-US" dirty="0"/>
          </a:p>
        </p:txBody>
      </p:sp>
    </p:spTree>
    <p:extLst>
      <p:ext uri="{BB962C8B-B14F-4D97-AF65-F5344CB8AC3E}">
        <p14:creationId xmlns:p14="http://schemas.microsoft.com/office/powerpoint/2010/main" val="14369179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CBFA1-2B97-8DEB-9AEA-D93233AF02B5}"/>
              </a:ext>
            </a:extLst>
          </p:cNvPr>
          <p:cNvSpPr>
            <a:spLocks noGrp="1"/>
          </p:cNvSpPr>
          <p:nvPr>
            <p:ph type="title"/>
          </p:nvPr>
        </p:nvSpPr>
        <p:spPr>
          <a:xfrm>
            <a:off x="1748028" y="981710"/>
            <a:ext cx="8695944" cy="1325880"/>
          </a:xfrm>
        </p:spPr>
        <p:txBody>
          <a:bodyPr>
            <a:normAutofit/>
          </a:bodyPr>
          <a:lstStyle/>
          <a:p>
            <a:r>
              <a:rPr lang="en-US" sz="2800" dirty="0"/>
              <a:t>Requirements gathering process and key insights</a:t>
            </a:r>
            <a:endParaRPr lang="en-IN" sz="2800" dirty="0"/>
          </a:p>
        </p:txBody>
      </p:sp>
      <p:sp>
        <p:nvSpPr>
          <p:cNvPr id="3" name="Content Placeholder 2">
            <a:extLst>
              <a:ext uri="{FF2B5EF4-FFF2-40B4-BE49-F238E27FC236}">
                <a16:creationId xmlns:a16="http://schemas.microsoft.com/office/drawing/2014/main" id="{3982E5BC-03D4-6847-07F9-C50E0C04F06E}"/>
              </a:ext>
            </a:extLst>
          </p:cNvPr>
          <p:cNvSpPr>
            <a:spLocks noGrp="1"/>
          </p:cNvSpPr>
          <p:nvPr>
            <p:ph idx="1"/>
          </p:nvPr>
        </p:nvSpPr>
        <p:spPr>
          <a:xfrm>
            <a:off x="2223516" y="2080260"/>
            <a:ext cx="7744968" cy="2697480"/>
          </a:xfrm>
        </p:spPr>
        <p:txBody>
          <a:bodyPr>
            <a:normAutofit fontScale="85000" lnSpcReduction="20000"/>
          </a:bodyPr>
          <a:lstStyle/>
          <a:p>
            <a:r>
              <a:rPr lang="en-US" dirty="0">
                <a:solidFill>
                  <a:schemeClr val="tx1"/>
                </a:solidFill>
              </a:rPr>
              <a:t>In requirement gathering, we created google forms and circulated among potential users in order to understand user needs, preferences, and pain points in planning weddings.</a:t>
            </a:r>
          </a:p>
          <a:p>
            <a:pPr algn="l"/>
            <a:r>
              <a:rPr lang="en-US" dirty="0">
                <a:solidFill>
                  <a:schemeClr val="tx1"/>
                </a:solidFill>
              </a:rPr>
              <a:t>Key Insights:</a:t>
            </a:r>
          </a:p>
          <a:p>
            <a:pPr marL="342900" indent="-342900" algn="l">
              <a:buFont typeface="Arial" panose="020B0604020202020204" pitchFamily="34" charset="0"/>
              <a:buChar char="•"/>
            </a:pPr>
            <a:r>
              <a:rPr lang="en-US" dirty="0">
                <a:solidFill>
                  <a:schemeClr val="tx1"/>
                </a:solidFill>
              </a:rPr>
              <a:t>Most of the users wanted the app to view and manage bookings, vendor contacts and management, upload and manage images for a booking, manage post-wedding events and information.</a:t>
            </a:r>
          </a:p>
          <a:p>
            <a:pPr marL="342900" indent="-342900" algn="l">
              <a:buFont typeface="Arial" panose="020B0604020202020204" pitchFamily="34" charset="0"/>
              <a:buChar char="•"/>
            </a:pPr>
            <a:r>
              <a:rPr lang="en-US" dirty="0">
                <a:solidFill>
                  <a:schemeClr val="tx1"/>
                </a:solidFill>
              </a:rPr>
              <a:t>Biggest challenge faced by most of them were managing countless details like vendors, venues, decor and attire and coordination with them.</a:t>
            </a:r>
          </a:p>
          <a:p>
            <a:pPr marL="342900" indent="-342900" algn="l">
              <a:buFont typeface="Arial" panose="020B0604020202020204" pitchFamily="34" charset="0"/>
              <a:buChar char="•"/>
            </a:pPr>
            <a:r>
              <a:rPr lang="en-US" dirty="0">
                <a:solidFill>
                  <a:schemeClr val="tx1"/>
                </a:solidFill>
              </a:rPr>
              <a:t>Prefer to use the app via laptop.</a:t>
            </a:r>
          </a:p>
          <a:p>
            <a:pPr algn="l"/>
            <a:endParaRPr lang="en-IN" dirty="0">
              <a:solidFill>
                <a:schemeClr val="tx1"/>
              </a:solidFill>
            </a:endParaRPr>
          </a:p>
        </p:txBody>
      </p:sp>
      <p:sp>
        <p:nvSpPr>
          <p:cNvPr id="4" name="Footer Placeholder 3">
            <a:extLst>
              <a:ext uri="{FF2B5EF4-FFF2-40B4-BE49-F238E27FC236}">
                <a16:creationId xmlns:a16="http://schemas.microsoft.com/office/drawing/2014/main" id="{073C6269-A963-E239-6E02-3F5A1E156AEF}"/>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1C2AB03E-A5E3-25DD-3BCC-794872818F01}"/>
              </a:ext>
            </a:extLst>
          </p:cNvPr>
          <p:cNvSpPr>
            <a:spLocks noGrp="1"/>
          </p:cNvSpPr>
          <p:nvPr>
            <p:ph type="sldNum" sz="quarter" idx="11"/>
          </p:nvPr>
        </p:nvSpPr>
        <p:spPr/>
        <p:txBody>
          <a:bodyPr/>
          <a:lstStyle/>
          <a:p>
            <a:fld id="{294A09A9-5501-47C1-A89A-A340965A2BE2}" type="slidenum">
              <a:rPr lang="en-US" smtClean="0"/>
              <a:pPr/>
              <a:t>5</a:t>
            </a:fld>
            <a:endParaRPr lang="en-US" dirty="0"/>
          </a:p>
        </p:txBody>
      </p:sp>
    </p:spTree>
    <p:extLst>
      <p:ext uri="{BB962C8B-B14F-4D97-AF65-F5344CB8AC3E}">
        <p14:creationId xmlns:p14="http://schemas.microsoft.com/office/powerpoint/2010/main" val="4014574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83664" y="981710"/>
            <a:ext cx="8695944" cy="1325880"/>
          </a:xfrm>
        </p:spPr>
        <p:txBody>
          <a:bodyPr/>
          <a:lstStyle/>
          <a:p>
            <a:r>
              <a:rPr lang="en-US" dirty="0"/>
              <a:t>Index Page</a:t>
            </a:r>
          </a:p>
        </p:txBody>
      </p:sp>
      <p:pic>
        <p:nvPicPr>
          <p:cNvPr id="6" name="Content Placeholder 5"/>
          <p:cNvPicPr>
            <a:picLocks noGrp="1" noChangeAspect="1"/>
          </p:cNvPicPr>
          <p:nvPr>
            <p:ph idx="1"/>
          </p:nvPr>
        </p:nvPicPr>
        <p:blipFill>
          <a:blip r:embed="rId2"/>
          <a:stretch>
            <a:fillRect/>
          </a:stretch>
        </p:blipFill>
        <p:spPr>
          <a:xfrm>
            <a:off x="3004457" y="1971855"/>
            <a:ext cx="6884126" cy="3227162"/>
          </a:xfrm>
          <a:prstGeom prst="rect">
            <a:avLst/>
          </a:prstGeom>
        </p:spPr>
      </p:pic>
      <p:sp>
        <p:nvSpPr>
          <p:cNvPr id="4" name="Footer Placeholder 3"/>
          <p:cNvSpPr>
            <a:spLocks noGrp="1"/>
          </p:cNvSpPr>
          <p:nvPr>
            <p:ph type="ftr" sz="quarter" idx="10"/>
          </p:nvPr>
        </p:nvSpPr>
        <p:spPr/>
        <p:txBody>
          <a:bodyPr/>
          <a:lstStyle/>
          <a:p>
            <a:r>
              <a:rPr lang="en-US"/>
              <a:t>Presentation title</a:t>
            </a:r>
            <a:endParaRPr lang="en-US" dirty="0"/>
          </a:p>
        </p:txBody>
      </p:sp>
      <p:sp>
        <p:nvSpPr>
          <p:cNvPr id="5" name="Slide Number Placeholder 4"/>
          <p:cNvSpPr>
            <a:spLocks noGrp="1"/>
          </p:cNvSpPr>
          <p:nvPr>
            <p:ph type="sldNum" sz="quarter" idx="11"/>
          </p:nvPr>
        </p:nvSpPr>
        <p:spPr/>
        <p:txBody>
          <a:bodyPr/>
          <a:lstStyle/>
          <a:p>
            <a:fld id="{294A09A9-5501-47C1-A89A-A340965A2BE2}" type="slidenum">
              <a:rPr lang="en-US" smtClean="0"/>
              <a:pPr/>
              <a:t>6</a:t>
            </a:fld>
            <a:endParaRPr lang="en-US" dirty="0"/>
          </a:p>
        </p:txBody>
      </p:sp>
    </p:spTree>
    <p:extLst>
      <p:ext uri="{BB962C8B-B14F-4D97-AF65-F5344CB8AC3E}">
        <p14:creationId xmlns:p14="http://schemas.microsoft.com/office/powerpoint/2010/main" val="22591573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7B9D52-8275-F0AE-C62F-CB38D6BDA365}"/>
              </a:ext>
            </a:extLst>
          </p:cNvPr>
          <p:cNvSpPr>
            <a:spLocks noGrp="1"/>
          </p:cNvSpPr>
          <p:nvPr>
            <p:ph type="title"/>
          </p:nvPr>
        </p:nvSpPr>
        <p:spPr/>
        <p:txBody>
          <a:bodyPr/>
          <a:lstStyle/>
          <a:p>
            <a:r>
              <a:rPr lang="en-US" dirty="0"/>
              <a:t>Admin Login</a:t>
            </a:r>
          </a:p>
        </p:txBody>
      </p:sp>
      <p:sp>
        <p:nvSpPr>
          <p:cNvPr id="3" name="Content Placeholder 2">
            <a:extLst>
              <a:ext uri="{FF2B5EF4-FFF2-40B4-BE49-F238E27FC236}">
                <a16:creationId xmlns:a16="http://schemas.microsoft.com/office/drawing/2014/main" id="{962BD352-14A2-D1C0-B453-F3D24C6CE143}"/>
              </a:ext>
            </a:extLst>
          </p:cNvPr>
          <p:cNvSpPr>
            <a:spLocks noGrp="1"/>
          </p:cNvSpPr>
          <p:nvPr>
            <p:ph idx="1"/>
          </p:nvPr>
        </p:nvSpPr>
        <p:spPr/>
        <p:txBody>
          <a:bodyPr>
            <a:normAutofit lnSpcReduction="10000"/>
          </a:bodyPr>
          <a:lstStyle/>
          <a:p>
            <a:r>
              <a:rPr lang="en-US" b="1" dirty="0">
                <a:solidFill>
                  <a:srgbClr val="0D0D0D"/>
                </a:solidFill>
                <a:latin typeface="Gill Sans Nova Light" panose="020B0302020104020203" pitchFamily="34" charset="0"/>
              </a:rPr>
              <a:t>Dashboard</a:t>
            </a:r>
            <a:endParaRPr lang="en-US" b="1" dirty="0">
              <a:latin typeface="Gill Sans Nova Light" panose="020B0302020104020203" pitchFamily="34" charset="0"/>
            </a:endParaRPr>
          </a:p>
          <a:p>
            <a:r>
              <a:rPr lang="en-US" b="1" dirty="0">
                <a:solidFill>
                  <a:srgbClr val="0D0D0D"/>
                </a:solidFill>
                <a:latin typeface="Gill Sans Nova Light" panose="020B0302020104020203" pitchFamily="34" charset="0"/>
              </a:rPr>
              <a:t>Blog &amp; Event</a:t>
            </a:r>
            <a:endParaRPr lang="en-US" b="1" i="0" dirty="0">
              <a:solidFill>
                <a:srgbClr val="0D0D0D"/>
              </a:solidFill>
              <a:effectLst/>
              <a:latin typeface="Gill Sans Nova Light" panose="020B0302020104020203" pitchFamily="34" charset="0"/>
            </a:endParaRPr>
          </a:p>
          <a:p>
            <a:r>
              <a:rPr lang="en-US" b="1" dirty="0">
                <a:solidFill>
                  <a:srgbClr val="0D0D0D"/>
                </a:solidFill>
                <a:latin typeface="Gill Sans Nova Light" panose="020B0302020104020203" pitchFamily="34" charset="0"/>
              </a:rPr>
              <a:t>Clients</a:t>
            </a:r>
            <a:endParaRPr lang="en-US" b="1" i="0" dirty="0">
              <a:solidFill>
                <a:srgbClr val="0D0D0D"/>
              </a:solidFill>
              <a:effectLst/>
              <a:latin typeface="Gill Sans Nova Light" panose="020B0302020104020203" pitchFamily="34" charset="0"/>
            </a:endParaRPr>
          </a:p>
          <a:p>
            <a:r>
              <a:rPr lang="en-US" b="1" dirty="0">
                <a:solidFill>
                  <a:srgbClr val="0D0D0D"/>
                </a:solidFill>
                <a:latin typeface="Gill Sans Nova Light" panose="020B0302020104020203" pitchFamily="34" charset="0"/>
              </a:rPr>
              <a:t>Services</a:t>
            </a:r>
          </a:p>
          <a:p>
            <a:r>
              <a:rPr lang="en-US" b="1" dirty="0">
                <a:solidFill>
                  <a:srgbClr val="0D0D0D"/>
                </a:solidFill>
                <a:latin typeface="Gill Sans Nova Light" panose="020B0302020104020203" pitchFamily="34" charset="0"/>
              </a:rPr>
              <a:t>Gallery</a:t>
            </a:r>
            <a:endParaRPr lang="en-US" b="1" i="0" dirty="0">
              <a:solidFill>
                <a:srgbClr val="0D0D0D"/>
              </a:solidFill>
              <a:effectLst/>
              <a:latin typeface="Gill Sans Nova Light" panose="020B0302020104020203" pitchFamily="34" charset="0"/>
            </a:endParaRPr>
          </a:p>
          <a:p>
            <a:r>
              <a:rPr lang="en-US" b="1" dirty="0">
                <a:solidFill>
                  <a:srgbClr val="0D0D0D"/>
                </a:solidFill>
                <a:latin typeface="Gill Sans Nova Light" panose="020B0302020104020203" pitchFamily="34" charset="0"/>
              </a:rPr>
              <a:t>Upload Photo</a:t>
            </a:r>
          </a:p>
          <a:p>
            <a:r>
              <a:rPr lang="en-US" b="1" dirty="0">
                <a:solidFill>
                  <a:srgbClr val="0D0D0D"/>
                </a:solidFill>
                <a:latin typeface="Gill Sans Nova Light" panose="020B0302020104020203" pitchFamily="34" charset="0"/>
              </a:rPr>
              <a:t>User Management</a:t>
            </a:r>
            <a:endParaRPr lang="en-US" dirty="0">
              <a:latin typeface="Gill Sans Nova Light" panose="020B0302020104020203" pitchFamily="34" charset="0"/>
            </a:endParaRPr>
          </a:p>
          <a:p>
            <a:endParaRPr lang="en-US" dirty="0"/>
          </a:p>
        </p:txBody>
      </p:sp>
      <p:sp>
        <p:nvSpPr>
          <p:cNvPr id="4" name="Footer Placeholder 3">
            <a:extLst>
              <a:ext uri="{FF2B5EF4-FFF2-40B4-BE49-F238E27FC236}">
                <a16:creationId xmlns:a16="http://schemas.microsoft.com/office/drawing/2014/main" id="{A06C93F5-B83E-9C2B-11FD-A027750AF495}"/>
              </a:ext>
            </a:extLst>
          </p:cNvPr>
          <p:cNvSpPr>
            <a:spLocks noGrp="1"/>
          </p:cNvSpPr>
          <p:nvPr>
            <p:ph type="ftr" sz="quarter" idx="10"/>
          </p:nvPr>
        </p:nvSpPr>
        <p:spPr/>
        <p:txBody>
          <a:bodyPr/>
          <a:lstStyle/>
          <a:p>
            <a:r>
              <a:rPr lang="en-US"/>
              <a:t>Presentation title</a:t>
            </a:r>
            <a:endParaRPr lang="en-US" dirty="0"/>
          </a:p>
        </p:txBody>
      </p:sp>
      <p:sp>
        <p:nvSpPr>
          <p:cNvPr id="5" name="Slide Number Placeholder 4">
            <a:extLst>
              <a:ext uri="{FF2B5EF4-FFF2-40B4-BE49-F238E27FC236}">
                <a16:creationId xmlns:a16="http://schemas.microsoft.com/office/drawing/2014/main" id="{549484F6-F2BD-A50F-2906-8656352B4FC6}"/>
              </a:ext>
            </a:extLst>
          </p:cNvPr>
          <p:cNvSpPr>
            <a:spLocks noGrp="1"/>
          </p:cNvSpPr>
          <p:nvPr>
            <p:ph type="sldNum" sz="quarter" idx="11"/>
          </p:nvPr>
        </p:nvSpPr>
        <p:spPr/>
        <p:txBody>
          <a:bodyPr/>
          <a:lstStyle/>
          <a:p>
            <a:fld id="{294A09A9-5501-47C1-A89A-A340965A2BE2}" type="slidenum">
              <a:rPr lang="en-US" smtClean="0"/>
              <a:pPr/>
              <a:t>7</a:t>
            </a:fld>
            <a:endParaRPr lang="en-US" dirty="0"/>
          </a:p>
        </p:txBody>
      </p:sp>
    </p:spTree>
    <p:extLst>
      <p:ext uri="{BB962C8B-B14F-4D97-AF65-F5344CB8AC3E}">
        <p14:creationId xmlns:p14="http://schemas.microsoft.com/office/powerpoint/2010/main" val="5004231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 Dashboard</a:t>
            </a:r>
          </a:p>
        </p:txBody>
      </p:sp>
      <p:pic>
        <p:nvPicPr>
          <p:cNvPr id="6" name="Content Placeholder 5"/>
          <p:cNvPicPr>
            <a:picLocks noGrp="1" noChangeAspect="1"/>
          </p:cNvPicPr>
          <p:nvPr>
            <p:ph idx="1"/>
          </p:nvPr>
        </p:nvPicPr>
        <p:blipFill>
          <a:blip r:embed="rId2"/>
          <a:stretch>
            <a:fillRect/>
          </a:stretch>
        </p:blipFill>
        <p:spPr>
          <a:xfrm>
            <a:off x="1296968" y="2990850"/>
            <a:ext cx="9598063" cy="3473450"/>
          </a:xfrm>
          <a:prstGeom prst="rect">
            <a:avLst/>
          </a:prstGeom>
        </p:spPr>
      </p:pic>
      <p:sp>
        <p:nvSpPr>
          <p:cNvPr id="4" name="Footer Placeholder 3"/>
          <p:cNvSpPr>
            <a:spLocks noGrp="1"/>
          </p:cNvSpPr>
          <p:nvPr>
            <p:ph type="ftr" sz="quarter" idx="10"/>
          </p:nvPr>
        </p:nvSpPr>
        <p:spPr/>
        <p:txBody>
          <a:bodyPr/>
          <a:lstStyle/>
          <a:p>
            <a:r>
              <a:rPr lang="en-US"/>
              <a:t>Presentation title</a:t>
            </a:r>
            <a:endParaRPr lang="en-US" dirty="0"/>
          </a:p>
        </p:txBody>
      </p:sp>
      <p:sp>
        <p:nvSpPr>
          <p:cNvPr id="5" name="Slide Number Placeholder 4"/>
          <p:cNvSpPr>
            <a:spLocks noGrp="1"/>
          </p:cNvSpPr>
          <p:nvPr>
            <p:ph type="sldNum" sz="quarter" idx="11"/>
          </p:nvPr>
        </p:nvSpPr>
        <p:spPr/>
        <p:txBody>
          <a:bodyPr/>
          <a:lstStyle/>
          <a:p>
            <a:fld id="{294A09A9-5501-47C1-A89A-A340965A2BE2}" type="slidenum">
              <a:rPr lang="en-US" smtClean="0"/>
              <a:pPr/>
              <a:t>8</a:t>
            </a:fld>
            <a:endParaRPr lang="en-US" dirty="0"/>
          </a:p>
        </p:txBody>
      </p:sp>
    </p:spTree>
    <p:extLst>
      <p:ext uri="{BB962C8B-B14F-4D97-AF65-F5344CB8AC3E}">
        <p14:creationId xmlns:p14="http://schemas.microsoft.com/office/powerpoint/2010/main" val="7128156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CDC4AE-C2C4-A814-CC59-BD002AEF46FC}"/>
              </a:ext>
            </a:extLst>
          </p:cNvPr>
          <p:cNvSpPr>
            <a:spLocks noGrp="1"/>
          </p:cNvSpPr>
          <p:nvPr>
            <p:ph type="title"/>
          </p:nvPr>
        </p:nvSpPr>
        <p:spPr/>
        <p:txBody>
          <a:bodyPr/>
          <a:lstStyle/>
          <a:p>
            <a:r>
              <a:rPr lang="en-US" dirty="0"/>
              <a:t>Wedding Packages</a:t>
            </a:r>
          </a:p>
        </p:txBody>
      </p:sp>
      <p:sp>
        <p:nvSpPr>
          <p:cNvPr id="5" name="Slide Number Placeholder 4">
            <a:extLst>
              <a:ext uri="{FF2B5EF4-FFF2-40B4-BE49-F238E27FC236}">
                <a16:creationId xmlns:a16="http://schemas.microsoft.com/office/drawing/2014/main" id="{C67CEE5A-421C-AB04-0186-6EC788070186}"/>
              </a:ext>
            </a:extLst>
          </p:cNvPr>
          <p:cNvSpPr>
            <a:spLocks noGrp="1"/>
          </p:cNvSpPr>
          <p:nvPr>
            <p:ph type="sldNum" sz="quarter" idx="11"/>
          </p:nvPr>
        </p:nvSpPr>
        <p:spPr>
          <a:xfrm>
            <a:off x="9067797" y="6356350"/>
            <a:ext cx="2743200" cy="365125"/>
          </a:xfrm>
        </p:spPr>
        <p:txBody>
          <a:bodyPr/>
          <a:lstStyle/>
          <a:p>
            <a:fld id="{294A09A9-5501-47C1-A89A-A340965A2BE2}" type="slidenum">
              <a:rPr lang="en-US" smtClean="0"/>
              <a:t>9</a:t>
            </a:fld>
            <a:endParaRPr lang="en-US" dirty="0"/>
          </a:p>
        </p:txBody>
      </p:sp>
      <p:graphicFrame>
        <p:nvGraphicFramePr>
          <p:cNvPr id="7" name="Content Placeholder 3" descr="Timeline Placeholder ">
            <a:extLst>
              <a:ext uri="{FF2B5EF4-FFF2-40B4-BE49-F238E27FC236}">
                <a16:creationId xmlns:a16="http://schemas.microsoft.com/office/drawing/2014/main" id="{C1D7FEFA-7A16-2FA3-C133-D72EC12F246F}"/>
              </a:ext>
            </a:extLst>
          </p:cNvPr>
          <p:cNvGraphicFramePr>
            <a:graphicFrameLocks noGrp="1"/>
          </p:cNvGraphicFramePr>
          <p:nvPr>
            <p:ph idx="1"/>
            <p:extLst>
              <p:ext uri="{D42A27DB-BD31-4B8C-83A1-F6EECF244321}">
                <p14:modId xmlns:p14="http://schemas.microsoft.com/office/powerpoint/2010/main" val="3727208277"/>
              </p:ext>
            </p:extLst>
          </p:nvPr>
        </p:nvGraphicFramePr>
        <p:xfrm>
          <a:off x="381003" y="2425959"/>
          <a:ext cx="11429993" cy="44320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190583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User Management</a:t>
            </a:r>
          </a:p>
        </p:txBody>
      </p:sp>
      <p:pic>
        <p:nvPicPr>
          <p:cNvPr id="6" name="Content Placeholder 5"/>
          <p:cNvPicPr>
            <a:picLocks noGrp="1" noChangeAspect="1"/>
          </p:cNvPicPr>
          <p:nvPr>
            <p:ph idx="1"/>
          </p:nvPr>
        </p:nvPicPr>
        <p:blipFill>
          <a:blip r:embed="rId2"/>
          <a:stretch>
            <a:fillRect/>
          </a:stretch>
        </p:blipFill>
        <p:spPr>
          <a:xfrm>
            <a:off x="1028692" y="2990850"/>
            <a:ext cx="10134616" cy="3473450"/>
          </a:xfrm>
          <a:prstGeom prst="rect">
            <a:avLst/>
          </a:prstGeom>
        </p:spPr>
      </p:pic>
      <p:sp>
        <p:nvSpPr>
          <p:cNvPr id="4" name="Footer Placeholder 3"/>
          <p:cNvSpPr>
            <a:spLocks noGrp="1"/>
          </p:cNvSpPr>
          <p:nvPr>
            <p:ph type="ftr" sz="quarter" idx="10"/>
          </p:nvPr>
        </p:nvSpPr>
        <p:spPr/>
        <p:txBody>
          <a:bodyPr/>
          <a:lstStyle/>
          <a:p>
            <a:r>
              <a:rPr lang="en-US"/>
              <a:t>Presentation title</a:t>
            </a:r>
            <a:endParaRPr lang="en-US" dirty="0"/>
          </a:p>
        </p:txBody>
      </p:sp>
      <p:sp>
        <p:nvSpPr>
          <p:cNvPr id="5" name="Slide Number Placeholder 4"/>
          <p:cNvSpPr>
            <a:spLocks noGrp="1"/>
          </p:cNvSpPr>
          <p:nvPr>
            <p:ph type="sldNum" sz="quarter" idx="11"/>
          </p:nvPr>
        </p:nvSpPr>
        <p:spPr/>
        <p:txBody>
          <a:bodyPr/>
          <a:lstStyle/>
          <a:p>
            <a:fld id="{294A09A9-5501-47C1-A89A-A340965A2BE2}" type="slidenum">
              <a:rPr lang="en-US" smtClean="0"/>
              <a:pPr/>
              <a:t>10</a:t>
            </a:fld>
            <a:endParaRPr lang="en-US" dirty="0"/>
          </a:p>
        </p:txBody>
      </p:sp>
    </p:spTree>
    <p:extLst>
      <p:ext uri="{BB962C8B-B14F-4D97-AF65-F5344CB8AC3E}">
        <p14:creationId xmlns:p14="http://schemas.microsoft.com/office/powerpoint/2010/main" val="1838530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8B0A0-6BAB-FB42-786C-B1EE546E6E2A}"/>
              </a:ext>
            </a:extLst>
          </p:cNvPr>
          <p:cNvSpPr>
            <a:spLocks noGrp="1"/>
          </p:cNvSpPr>
          <p:nvPr>
            <p:ph type="title"/>
          </p:nvPr>
        </p:nvSpPr>
        <p:spPr>
          <a:xfrm>
            <a:off x="1810512" y="1163216"/>
            <a:ext cx="8695944" cy="653144"/>
          </a:xfrm>
        </p:spPr>
        <p:txBody>
          <a:bodyPr>
            <a:normAutofit/>
          </a:bodyPr>
          <a:lstStyle/>
          <a:p>
            <a:r>
              <a:rPr lang="en-IN" sz="3200" dirty="0"/>
              <a:t>Testing outcomes and validation</a:t>
            </a:r>
            <a:endParaRPr lang="en-US" sz="3200" dirty="0"/>
          </a:p>
        </p:txBody>
      </p:sp>
      <p:sp>
        <p:nvSpPr>
          <p:cNvPr id="6" name="Content Placeholder 5">
            <a:extLst>
              <a:ext uri="{FF2B5EF4-FFF2-40B4-BE49-F238E27FC236}">
                <a16:creationId xmlns:a16="http://schemas.microsoft.com/office/drawing/2014/main" id="{BB7052DA-4A22-24EC-5667-A0CD2E71A3D1}"/>
              </a:ext>
            </a:extLst>
          </p:cNvPr>
          <p:cNvSpPr>
            <a:spLocks noGrp="1"/>
          </p:cNvSpPr>
          <p:nvPr>
            <p:ph idx="1"/>
          </p:nvPr>
        </p:nvSpPr>
        <p:spPr>
          <a:xfrm>
            <a:off x="2223516" y="1720793"/>
            <a:ext cx="8282940" cy="3295344"/>
          </a:xfrm>
        </p:spPr>
        <p:txBody>
          <a:bodyPr>
            <a:noAutofit/>
          </a:bodyPr>
          <a:lstStyle/>
          <a:p>
            <a:pPr algn="l"/>
            <a:r>
              <a:rPr lang="en-US" sz="1600" b="1" dirty="0"/>
              <a:t>Defect Detection</a:t>
            </a:r>
            <a:endParaRPr lang="en-US" sz="1600" dirty="0"/>
          </a:p>
          <a:p>
            <a:pPr algn="l"/>
            <a:r>
              <a:rPr lang="en-US" sz="1600" dirty="0"/>
              <a:t>During testing, we identified major and minor defects and reported them to the development team.</a:t>
            </a:r>
          </a:p>
          <a:p>
            <a:pPr algn="l"/>
            <a:r>
              <a:rPr lang="en-US" sz="1600" b="1" dirty="0"/>
              <a:t>Requirement Coverage</a:t>
            </a:r>
            <a:endParaRPr lang="en-US" sz="1600" dirty="0"/>
          </a:p>
          <a:p>
            <a:pPr algn="l"/>
            <a:r>
              <a:rPr lang="en-US" sz="1600" dirty="0"/>
              <a:t>All requirements were tested against designed test cases.</a:t>
            </a:r>
          </a:p>
          <a:p>
            <a:pPr algn="l"/>
            <a:r>
              <a:rPr lang="en-US" sz="1600" dirty="0" smtClean="0"/>
              <a:t> </a:t>
            </a:r>
            <a:r>
              <a:rPr lang="en-US" sz="1600" i="1" dirty="0"/>
              <a:t>“Around 95% of functional requirements were successfully tested and passed.”</a:t>
            </a:r>
            <a:endParaRPr lang="en-US" sz="1600" dirty="0"/>
          </a:p>
          <a:p>
            <a:pPr algn="l"/>
            <a:r>
              <a:rPr lang="en-US" sz="1600" b="1" dirty="0"/>
              <a:t>Quality Improvement</a:t>
            </a:r>
            <a:endParaRPr lang="en-US" sz="1600" dirty="0"/>
          </a:p>
          <a:p>
            <a:pPr algn="l"/>
            <a:r>
              <a:rPr lang="en-US" sz="1600" dirty="0"/>
              <a:t>The outcome of testing was that the application’s reliability, performance, and usability were verified.</a:t>
            </a:r>
          </a:p>
          <a:p>
            <a:pPr algn="l"/>
            <a:endParaRPr lang="en-US" sz="1600" dirty="0"/>
          </a:p>
        </p:txBody>
      </p:sp>
      <p:sp>
        <p:nvSpPr>
          <p:cNvPr id="4" name="Footer Placeholder 3">
            <a:extLst>
              <a:ext uri="{FF2B5EF4-FFF2-40B4-BE49-F238E27FC236}">
                <a16:creationId xmlns:a16="http://schemas.microsoft.com/office/drawing/2014/main" id="{DE807278-131C-1214-8A32-27FC4BD075E0}"/>
              </a:ext>
            </a:extLst>
          </p:cNvPr>
          <p:cNvSpPr>
            <a:spLocks noGrp="1"/>
          </p:cNvSpPr>
          <p:nvPr>
            <p:ph type="ftr" sz="quarter" idx="10"/>
          </p:nvPr>
        </p:nvSpPr>
        <p:spPr/>
        <p:txBody>
          <a:bodyPr/>
          <a:lstStyle/>
          <a:p>
            <a:r>
              <a:rPr lang="en-US" dirty="0"/>
              <a:t>Wedding Planner</a:t>
            </a:r>
          </a:p>
        </p:txBody>
      </p:sp>
      <p:sp>
        <p:nvSpPr>
          <p:cNvPr id="5" name="Slide Number Placeholder 4">
            <a:extLst>
              <a:ext uri="{FF2B5EF4-FFF2-40B4-BE49-F238E27FC236}">
                <a16:creationId xmlns:a16="http://schemas.microsoft.com/office/drawing/2014/main" id="{A169F68F-E5A0-95A2-EFE6-A3698A1A4A91}"/>
              </a:ext>
            </a:extLst>
          </p:cNvPr>
          <p:cNvSpPr>
            <a:spLocks noGrp="1"/>
          </p:cNvSpPr>
          <p:nvPr>
            <p:ph type="sldNum" sz="quarter" idx="11"/>
          </p:nvPr>
        </p:nvSpPr>
        <p:spPr/>
        <p:txBody>
          <a:bodyPr/>
          <a:lstStyle/>
          <a:p>
            <a:fld id="{294A09A9-5501-47C1-A89A-A340965A2BE2}" type="slidenum">
              <a:rPr lang="en-US" smtClean="0"/>
              <a:pPr/>
              <a:t>11</a:t>
            </a:fld>
            <a:endParaRPr lang="en-US" dirty="0"/>
          </a:p>
        </p:txBody>
      </p:sp>
    </p:spTree>
    <p:extLst>
      <p:ext uri="{BB962C8B-B14F-4D97-AF65-F5344CB8AC3E}">
        <p14:creationId xmlns:p14="http://schemas.microsoft.com/office/powerpoint/2010/main" val="3807646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229F9-CD4E-26C2-91C3-7C547B7189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1AD37F-6823-3AE4-7F20-D8687C2CABAE}"/>
              </a:ext>
            </a:extLst>
          </p:cNvPr>
          <p:cNvSpPr>
            <a:spLocks noGrp="1"/>
          </p:cNvSpPr>
          <p:nvPr>
            <p:ph type="title"/>
          </p:nvPr>
        </p:nvSpPr>
        <p:spPr>
          <a:xfrm>
            <a:off x="1810512" y="1163216"/>
            <a:ext cx="8695944" cy="653144"/>
          </a:xfrm>
        </p:spPr>
        <p:txBody>
          <a:bodyPr>
            <a:normAutofit/>
          </a:bodyPr>
          <a:lstStyle/>
          <a:p>
            <a:r>
              <a:rPr lang="en-US" sz="3200" dirty="0"/>
              <a:t>Individual contributions and learning reflections</a:t>
            </a:r>
          </a:p>
        </p:txBody>
      </p:sp>
      <p:sp>
        <p:nvSpPr>
          <p:cNvPr id="6" name="Content Placeholder 5">
            <a:extLst>
              <a:ext uri="{FF2B5EF4-FFF2-40B4-BE49-F238E27FC236}">
                <a16:creationId xmlns:a16="http://schemas.microsoft.com/office/drawing/2014/main" id="{3254FBF0-C470-5F8B-2649-3632BAE75547}"/>
              </a:ext>
            </a:extLst>
          </p:cNvPr>
          <p:cNvSpPr>
            <a:spLocks noGrp="1"/>
          </p:cNvSpPr>
          <p:nvPr>
            <p:ph idx="1"/>
          </p:nvPr>
        </p:nvSpPr>
        <p:spPr>
          <a:xfrm>
            <a:off x="2286000" y="1777794"/>
            <a:ext cx="7744968" cy="2985795"/>
          </a:xfrm>
        </p:spPr>
        <p:txBody>
          <a:bodyPr>
            <a:noAutofit/>
          </a:bodyPr>
          <a:lstStyle/>
          <a:p>
            <a:pPr marL="285750" indent="-285750" algn="l">
              <a:buFont typeface="Arial" panose="020B0604020202020204" pitchFamily="34" charset="0"/>
              <a:buChar char="•"/>
            </a:pPr>
            <a:r>
              <a:rPr lang="en-US" sz="1600" dirty="0"/>
              <a:t>Amit Prakash Yadav – Programmer, Technical analyst</a:t>
            </a:r>
          </a:p>
          <a:p>
            <a:pPr marL="285750" indent="-285750" algn="l">
              <a:buFont typeface="Arial" panose="020B0604020202020204" pitchFamily="34" charset="0"/>
              <a:buChar char="•"/>
            </a:pPr>
            <a:r>
              <a:rPr lang="en-US" sz="1600" dirty="0"/>
              <a:t>Afrin R – Tester</a:t>
            </a:r>
          </a:p>
          <a:p>
            <a:pPr marL="285750" indent="-285750" algn="l">
              <a:buFont typeface="Arial" panose="020B0604020202020204" pitchFamily="34" charset="0"/>
              <a:buChar char="•"/>
            </a:pPr>
            <a:r>
              <a:rPr lang="en-US" sz="1600" dirty="0"/>
              <a:t>Tesmia Siby – PM, User researcher</a:t>
            </a:r>
          </a:p>
          <a:p>
            <a:pPr algn="l"/>
            <a:r>
              <a:rPr lang="en-US" sz="1600" dirty="0"/>
              <a:t>Learning reflections:</a:t>
            </a:r>
          </a:p>
          <a:p>
            <a:pPr marL="342900" indent="-342900" algn="l">
              <a:buFont typeface="Arial" panose="020B0604020202020204" pitchFamily="34" charset="0"/>
              <a:buChar char="•"/>
            </a:pPr>
            <a:r>
              <a:rPr lang="en-US" sz="1600" dirty="0"/>
              <a:t>Importance of understanding diverse user needs</a:t>
            </a:r>
          </a:p>
          <a:p>
            <a:pPr marL="342900" indent="-342900" algn="l">
              <a:buFont typeface="Arial" panose="020B0604020202020204" pitchFamily="34" charset="0"/>
              <a:buChar char="•"/>
            </a:pPr>
            <a:r>
              <a:rPr lang="en-US" sz="1600" dirty="0"/>
              <a:t>Collaboration is crucial</a:t>
            </a:r>
          </a:p>
          <a:p>
            <a:pPr marL="342900" indent="-342900" algn="l">
              <a:buFont typeface="Arial" panose="020B0604020202020204" pitchFamily="34" charset="0"/>
              <a:buChar char="•"/>
            </a:pPr>
            <a:r>
              <a:rPr lang="en-US" sz="1600" dirty="0"/>
              <a:t>Budget management is a priority</a:t>
            </a:r>
          </a:p>
          <a:p>
            <a:pPr marL="342900" indent="-342900" algn="l">
              <a:buFont typeface="Arial" panose="020B0604020202020204" pitchFamily="34" charset="0"/>
              <a:buChar char="•"/>
            </a:pPr>
            <a:r>
              <a:rPr lang="en-US" sz="1600" dirty="0"/>
              <a:t>Security and privacy plays a vital pole</a:t>
            </a:r>
          </a:p>
          <a:p>
            <a:pPr marL="342900" indent="-342900" algn="l">
              <a:buFont typeface="Arial" panose="020B0604020202020204" pitchFamily="34" charset="0"/>
              <a:buChar char="•"/>
            </a:pPr>
            <a:r>
              <a:rPr lang="en-US" sz="1600" dirty="0"/>
              <a:t>Importance of scalability and future features</a:t>
            </a:r>
          </a:p>
        </p:txBody>
      </p:sp>
      <p:sp>
        <p:nvSpPr>
          <p:cNvPr id="4" name="Footer Placeholder 3">
            <a:extLst>
              <a:ext uri="{FF2B5EF4-FFF2-40B4-BE49-F238E27FC236}">
                <a16:creationId xmlns:a16="http://schemas.microsoft.com/office/drawing/2014/main" id="{E65C966E-82E7-0604-B002-DD7B13C5AE8F}"/>
              </a:ext>
            </a:extLst>
          </p:cNvPr>
          <p:cNvSpPr>
            <a:spLocks noGrp="1"/>
          </p:cNvSpPr>
          <p:nvPr>
            <p:ph type="ftr" sz="quarter" idx="10"/>
          </p:nvPr>
        </p:nvSpPr>
        <p:spPr/>
        <p:txBody>
          <a:bodyPr/>
          <a:lstStyle/>
          <a:p>
            <a:r>
              <a:rPr lang="en-US" dirty="0"/>
              <a:t>Wedding Planner</a:t>
            </a:r>
          </a:p>
        </p:txBody>
      </p:sp>
      <p:sp>
        <p:nvSpPr>
          <p:cNvPr id="5" name="Slide Number Placeholder 4">
            <a:extLst>
              <a:ext uri="{FF2B5EF4-FFF2-40B4-BE49-F238E27FC236}">
                <a16:creationId xmlns:a16="http://schemas.microsoft.com/office/drawing/2014/main" id="{6358C030-2783-C570-8DFC-EF97D5AF3032}"/>
              </a:ext>
            </a:extLst>
          </p:cNvPr>
          <p:cNvSpPr>
            <a:spLocks noGrp="1"/>
          </p:cNvSpPr>
          <p:nvPr>
            <p:ph type="sldNum" sz="quarter" idx="11"/>
          </p:nvPr>
        </p:nvSpPr>
        <p:spPr/>
        <p:txBody>
          <a:bodyPr/>
          <a:lstStyle/>
          <a:p>
            <a:fld id="{294A09A9-5501-47C1-A89A-A340965A2BE2}" type="slidenum">
              <a:rPr lang="en-US" smtClean="0"/>
              <a:pPr/>
              <a:t>12</a:t>
            </a:fld>
            <a:endParaRPr lang="en-US" dirty="0"/>
          </a:p>
        </p:txBody>
      </p:sp>
    </p:spTree>
    <p:extLst>
      <p:ext uri="{BB962C8B-B14F-4D97-AF65-F5344CB8AC3E}">
        <p14:creationId xmlns:p14="http://schemas.microsoft.com/office/powerpoint/2010/main" val="11724132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488747-4F2D-94CF-8A62-8F00BB82AA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FB1357-FA66-4FFF-5B0F-F55C3E3D1C6F}"/>
              </a:ext>
            </a:extLst>
          </p:cNvPr>
          <p:cNvSpPr>
            <a:spLocks noGrp="1"/>
          </p:cNvSpPr>
          <p:nvPr>
            <p:ph type="title"/>
          </p:nvPr>
        </p:nvSpPr>
        <p:spPr>
          <a:xfrm>
            <a:off x="1748028" y="1315616"/>
            <a:ext cx="8695944" cy="653144"/>
          </a:xfrm>
        </p:spPr>
        <p:txBody>
          <a:bodyPr>
            <a:normAutofit fontScale="90000"/>
          </a:bodyPr>
          <a:lstStyle/>
          <a:p>
            <a:r>
              <a:rPr lang="en-US" dirty="0"/>
              <a:t>Project Details</a:t>
            </a:r>
          </a:p>
        </p:txBody>
      </p:sp>
      <p:sp>
        <p:nvSpPr>
          <p:cNvPr id="6" name="Content Placeholder 5">
            <a:extLst>
              <a:ext uri="{FF2B5EF4-FFF2-40B4-BE49-F238E27FC236}">
                <a16:creationId xmlns:a16="http://schemas.microsoft.com/office/drawing/2014/main" id="{CE16C3DA-41B2-5577-6C49-F16FAD274C9A}"/>
              </a:ext>
            </a:extLst>
          </p:cNvPr>
          <p:cNvSpPr>
            <a:spLocks noGrp="1"/>
          </p:cNvSpPr>
          <p:nvPr>
            <p:ph idx="1"/>
          </p:nvPr>
        </p:nvSpPr>
        <p:spPr>
          <a:xfrm>
            <a:off x="2286000" y="1968759"/>
            <a:ext cx="7744968" cy="2985795"/>
          </a:xfrm>
        </p:spPr>
        <p:txBody>
          <a:bodyPr>
            <a:noAutofit/>
          </a:bodyPr>
          <a:lstStyle/>
          <a:p>
            <a:r>
              <a:rPr lang="en-US" sz="3200" dirty="0"/>
              <a:t>Project Name :- Wedding Planner </a:t>
            </a:r>
          </a:p>
          <a:p>
            <a:r>
              <a:rPr lang="en-US" sz="3200" dirty="0"/>
              <a:t>UI Technologies :- HTML , CSS , JavaScript</a:t>
            </a:r>
          </a:p>
          <a:p>
            <a:r>
              <a:rPr lang="en-US" sz="3200" dirty="0"/>
              <a:t>JEE Technologies :- Servlet &amp; JSP</a:t>
            </a:r>
          </a:p>
          <a:p>
            <a:r>
              <a:rPr lang="en-US" sz="3200" dirty="0"/>
              <a:t>Database :- MySQL</a:t>
            </a:r>
          </a:p>
          <a:p>
            <a:r>
              <a:rPr lang="en-US" sz="3200" dirty="0"/>
              <a:t>Framework :- Hibernate</a:t>
            </a:r>
          </a:p>
        </p:txBody>
      </p:sp>
      <p:sp>
        <p:nvSpPr>
          <p:cNvPr id="4" name="Footer Placeholder 3">
            <a:extLst>
              <a:ext uri="{FF2B5EF4-FFF2-40B4-BE49-F238E27FC236}">
                <a16:creationId xmlns:a16="http://schemas.microsoft.com/office/drawing/2014/main" id="{9EBF9FFA-719A-1A34-7E2A-AC3D88D75C8C}"/>
              </a:ext>
            </a:extLst>
          </p:cNvPr>
          <p:cNvSpPr>
            <a:spLocks noGrp="1"/>
          </p:cNvSpPr>
          <p:nvPr>
            <p:ph type="ftr" sz="quarter" idx="10"/>
          </p:nvPr>
        </p:nvSpPr>
        <p:spPr/>
        <p:txBody>
          <a:bodyPr/>
          <a:lstStyle/>
          <a:p>
            <a:r>
              <a:rPr lang="en-US" dirty="0"/>
              <a:t>Wedding Planner</a:t>
            </a:r>
          </a:p>
        </p:txBody>
      </p:sp>
      <p:sp>
        <p:nvSpPr>
          <p:cNvPr id="5" name="Slide Number Placeholder 4">
            <a:extLst>
              <a:ext uri="{FF2B5EF4-FFF2-40B4-BE49-F238E27FC236}">
                <a16:creationId xmlns:a16="http://schemas.microsoft.com/office/drawing/2014/main" id="{2E82E357-9EBA-B25E-D3B8-1AA854AFA2C4}"/>
              </a:ext>
            </a:extLst>
          </p:cNvPr>
          <p:cNvSpPr>
            <a:spLocks noGrp="1"/>
          </p:cNvSpPr>
          <p:nvPr>
            <p:ph type="sldNum" sz="quarter" idx="11"/>
          </p:nvPr>
        </p:nvSpPr>
        <p:spPr/>
        <p:txBody>
          <a:bodyPr/>
          <a:lstStyle/>
          <a:p>
            <a:fld id="{294A09A9-5501-47C1-A89A-A340965A2BE2}" type="slidenum">
              <a:rPr lang="en-US" smtClean="0"/>
              <a:pPr/>
              <a:t>13</a:t>
            </a:fld>
            <a:endParaRPr lang="en-US" dirty="0"/>
          </a:p>
        </p:txBody>
      </p:sp>
    </p:spTree>
    <p:extLst>
      <p:ext uri="{BB962C8B-B14F-4D97-AF65-F5344CB8AC3E}">
        <p14:creationId xmlns:p14="http://schemas.microsoft.com/office/powerpoint/2010/main" val="28349869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EB5DC-8C2B-5750-6E12-9A35C0FFBA00}"/>
              </a:ext>
            </a:extLst>
          </p:cNvPr>
          <p:cNvSpPr>
            <a:spLocks noGrp="1"/>
          </p:cNvSpPr>
          <p:nvPr>
            <p:ph type="title"/>
          </p:nvPr>
        </p:nvSpPr>
        <p:spPr/>
        <p:txBody>
          <a:bodyPr/>
          <a:lstStyle/>
          <a:p>
            <a:r>
              <a:rPr lang="en-US" dirty="0"/>
              <a:t>Thank you</a:t>
            </a:r>
          </a:p>
        </p:txBody>
      </p:sp>
      <p:sp>
        <p:nvSpPr>
          <p:cNvPr id="5" name="Content Placeholder 4">
            <a:extLst>
              <a:ext uri="{FF2B5EF4-FFF2-40B4-BE49-F238E27FC236}">
                <a16:creationId xmlns:a16="http://schemas.microsoft.com/office/drawing/2014/main" id="{AAF5CF3F-E5EF-5769-3F83-24ADB4412BBF}"/>
              </a:ext>
            </a:extLst>
          </p:cNvPr>
          <p:cNvSpPr>
            <a:spLocks noGrp="1"/>
          </p:cNvSpPr>
          <p:nvPr>
            <p:ph idx="1"/>
          </p:nvPr>
        </p:nvSpPr>
        <p:spPr>
          <a:xfrm>
            <a:off x="7283850" y="2011680"/>
            <a:ext cx="4355156" cy="2843784"/>
          </a:xfrm>
        </p:spPr>
        <p:txBody>
          <a:bodyPr>
            <a:normAutofit/>
          </a:bodyPr>
          <a:lstStyle/>
          <a:p>
            <a:r>
              <a:rPr lang="en-US" dirty="0"/>
              <a:t>Names of members</a:t>
            </a:r>
          </a:p>
          <a:p>
            <a:r>
              <a:rPr lang="en-US" dirty="0" smtClean="0"/>
              <a:t>Amit </a:t>
            </a:r>
            <a:r>
              <a:rPr lang="en-US" dirty="0"/>
              <a:t>Prakash Yadav</a:t>
            </a:r>
          </a:p>
          <a:p>
            <a:endParaRPr lang="en-US" dirty="0"/>
          </a:p>
          <a:p>
            <a:endParaRPr lang="en-US" dirty="0"/>
          </a:p>
        </p:txBody>
      </p:sp>
    </p:spTree>
    <p:extLst>
      <p:ext uri="{BB962C8B-B14F-4D97-AF65-F5344CB8AC3E}">
        <p14:creationId xmlns:p14="http://schemas.microsoft.com/office/powerpoint/2010/main" val="2790251853"/>
      </p:ext>
    </p:extLst>
  </p:cSld>
  <p:clrMapOvr>
    <a:masterClrMapping/>
  </p:clrMapOvr>
</p:sld>
</file>

<file path=ppt/theme/theme1.xml><?xml version="1.0" encoding="utf-8"?>
<a:theme xmlns:a="http://schemas.openxmlformats.org/drawingml/2006/main" name="Office Theme">
  <a:themeElements>
    <a:clrScheme name="Custom 20">
      <a:dk1>
        <a:srgbClr val="000000"/>
      </a:dk1>
      <a:lt1>
        <a:srgbClr val="FFFFFF"/>
      </a:lt1>
      <a:dk2>
        <a:srgbClr val="CAD8D6"/>
      </a:dk2>
      <a:lt2>
        <a:srgbClr val="E7E6E6"/>
      </a:lt2>
      <a:accent1>
        <a:srgbClr val="7E8679"/>
      </a:accent1>
      <a:accent2>
        <a:srgbClr val="72292A"/>
      </a:accent2>
      <a:accent3>
        <a:srgbClr val="4A3A1C"/>
      </a:accent3>
      <a:accent4>
        <a:srgbClr val="E47D60"/>
      </a:accent4>
      <a:accent5>
        <a:srgbClr val="CEBBAF"/>
      </a:accent5>
      <a:accent6>
        <a:srgbClr val="E8DAC4"/>
      </a:accent6>
      <a:hlink>
        <a:srgbClr val="3968F6"/>
      </a:hlink>
      <a:folHlink>
        <a:srgbClr val="954F72"/>
      </a:folHlink>
    </a:clrScheme>
    <a:fontScheme name="Custom 23">
      <a:majorFont>
        <a:latin typeface="Baskerville Old Face"/>
        <a:ea typeface=""/>
        <a:cs typeface=""/>
      </a:majorFont>
      <a:minorFont>
        <a:latin typeface="Gill Sans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loral-Flourish_Win32_CP_v8" id="{BCFB3359-BC8B-4F4E-99DD-822A55018E7C}" vid="{7DF7CEC2-9D9A-40F6-95E4-E2F6E93D64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4" ma:contentTypeDescription="Create a new document." ma:contentTypeScope="" ma:versionID="2d714a3296df14eba7a100bb665443ca">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49549bf45bfbbfb6cffed527380e77e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8FBB2F3B-6257-41BB-8B64-5AC7494F274B}">
  <ds:schemaRefs>
    <ds:schemaRef ds:uri="http://purl.org/dc/elements/1.1/"/>
    <ds:schemaRef ds:uri="http://schemas.microsoft.com/office/2006/metadata/properties"/>
    <ds:schemaRef ds:uri="http://schemas.microsoft.com/sharepoint/v3"/>
    <ds:schemaRef ds:uri="230e9df3-be65-4c73-a93b-d1236ebd677e"/>
    <ds:schemaRef ds:uri="http://schemas.microsoft.com/office/2006/documentManagement/types"/>
    <ds:schemaRef ds:uri="http://schemas.openxmlformats.org/package/2006/metadata/core-properties"/>
    <ds:schemaRef ds:uri="16c05727-aa75-4e4a-9b5f-8a80a1165891"/>
    <ds:schemaRef ds:uri="http://purl.org/dc/dcmitype/"/>
    <ds:schemaRef ds:uri="http://schemas.microsoft.com/office/infopath/2007/PartnerControls"/>
    <ds:schemaRef ds:uri="71af3243-3dd4-4a8d-8c0d-dd76da1f02a5"/>
    <ds:schemaRef ds:uri="http://www.w3.org/XML/1998/namespace"/>
    <ds:schemaRef ds:uri="http://purl.org/dc/terms/"/>
  </ds:schemaRefs>
</ds:datastoreItem>
</file>

<file path=customXml/itemProps2.xml><?xml version="1.0" encoding="utf-8"?>
<ds:datastoreItem xmlns:ds="http://schemas.openxmlformats.org/officeDocument/2006/customXml" ds:itemID="{614EFF02-EA18-493C-972D-813DB244CB6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ACE2AAA-C718-435C-B4E6-95A08ACAC441}">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{140BF971-75FD-4956-944D-01F6C32AA55D}tf56410444_win32</Template>
  <TotalTime>517</TotalTime>
  <Words>635</Words>
  <Application>Microsoft Office PowerPoint</Application>
  <PresentationFormat>Widescreen</PresentationFormat>
  <Paragraphs>120</Paragraphs>
  <Slides>14</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14</vt:i4>
      </vt:variant>
    </vt:vector>
  </HeadingPairs>
  <TitlesOfParts>
    <vt:vector size="24" baseType="lpstr">
      <vt:lpstr>Arial</vt:lpstr>
      <vt:lpstr>Baskerville</vt:lpstr>
      <vt:lpstr>Baskerville Old Face</vt:lpstr>
      <vt:lpstr>Calibri</vt:lpstr>
      <vt:lpstr>Calibri Light</vt:lpstr>
      <vt:lpstr>Gill Sans Light</vt:lpstr>
      <vt:lpstr>Gill Sans Nova</vt:lpstr>
      <vt:lpstr>Gill Sans Nova Light</vt:lpstr>
      <vt:lpstr>Lucida Handwriting</vt:lpstr>
      <vt:lpstr>Office Theme</vt:lpstr>
      <vt:lpstr>Wedding Planner</vt:lpstr>
      <vt:lpstr>Wedding Planner</vt:lpstr>
      <vt:lpstr>Introduction</vt:lpstr>
      <vt:lpstr>Project concept and alignment with Sustainable Development Goals</vt:lpstr>
      <vt:lpstr>Requirements gathering process and key insights</vt:lpstr>
      <vt:lpstr>Index Page</vt:lpstr>
      <vt:lpstr>Admin Login</vt:lpstr>
      <vt:lpstr>Admin Dashboard</vt:lpstr>
      <vt:lpstr>Wedding Packages</vt:lpstr>
      <vt:lpstr>User Management</vt:lpstr>
      <vt:lpstr>Testing outcomes and validation</vt:lpstr>
      <vt:lpstr>Individual contributions and learning reflections</vt:lpstr>
      <vt:lpstr>Project Details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Brides&amp;Grooms</dc:title>
  <dc:creator>aakash9170@gmail.com</dc:creator>
  <cp:lastModifiedBy>Amit Prakash Yadav</cp:lastModifiedBy>
  <cp:revision>55</cp:revision>
  <dcterms:created xsi:type="dcterms:W3CDTF">2024-02-22T16:35:18Z</dcterms:created>
  <dcterms:modified xsi:type="dcterms:W3CDTF">2026-01-30T16:08:53Z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